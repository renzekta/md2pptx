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00" r:id="rId2"/>
    <p:sldId id="385" r:id="rId3"/>
    <p:sldId id="386" r:id="rId4"/>
    <p:sldId id="34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D36BE7D-12AB-EC67-24D1-9901C556809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9202B7-759B-4448-B760-5840926526BF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10/26/2026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等线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8C616BB-1F8E-9353-C7D7-CCCF632FE58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</a:rPr>
              <a:t>Footer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35F1130-1EC6-214C-B4F8-4D4569EE044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D293A86-5EA5-49D9-9192-65360425651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等线"/>
            </a:endParaRPr>
          </a:p>
        </p:txBody>
      </p:sp>
      <p:sp>
        <p:nvSpPr>
          <p:cNvPr id="5" name="Header Placeholder 5">
            <a:extLst>
              <a:ext uri="{FF2B5EF4-FFF2-40B4-BE49-F238E27FC236}">
                <a16:creationId xmlns:a16="http://schemas.microsoft.com/office/drawing/2014/main" id="{7FAE2294-CC97-B33D-CBF3-E3B04944D8F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 pitchFamily="2"/>
              </a:rPr>
              <a:t>Header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4402808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F3D2063-230A-E532-C2A0-6ABC5117A88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等线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幻灯片图像占位符 3">
            <a:extLst>
              <a:ext uri="{FF2B5EF4-FFF2-40B4-BE49-F238E27FC236}">
                <a16:creationId xmlns:a16="http://schemas.microsoft.com/office/drawing/2014/main" id="{07D10AF0-9D14-7097-A386-5992B7615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4" name="备注占位符 4">
            <a:extLst>
              <a:ext uri="{FF2B5EF4-FFF2-40B4-BE49-F238E27FC236}">
                <a16:creationId xmlns:a16="http://schemas.microsoft.com/office/drawing/2014/main" id="{A6D30FD1-CA27-D458-1F4A-C87F4B1555D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B89F5125-AB1E-8089-996F-A92982C23DA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等线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94E115E-4360-7F8C-4FB6-024820D744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等线" pitchFamily="2"/>
              </a:defRPr>
            </a:lvl1pPr>
          </a:lstStyle>
          <a:p>
            <a:pPr lvl="0"/>
            <a:fld id="{96B0072A-E90A-411F-8AF2-B7686CE1503B}" type="slidenum">
              <a:t>‹#›</a:t>
            </a:fld>
            <a:endParaRPr lang="en-US"/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B1341874-A458-4A8E-FA97-40505159D12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fld id="{8DCE8887-E2F8-4522-A7A2-07D9CA38F1B8}" type="datetime1">
              <a:rPr lang="en-US"/>
              <a:pPr lvl="0"/>
              <a:t>10/26/2026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5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rial"/>
        <a:ea typeface="等线" pitchFamily="2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rial"/>
        <a:ea typeface="等线" pitchFamily="2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rial"/>
        <a:ea typeface="等线" pitchFamily="2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rial"/>
        <a:ea typeface="等线" pitchFamily="2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rial"/>
        <a:ea typeface="等线" pitchFamily="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9B22-0D60-93BB-5267-95B6300C6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548640"/>
            <a:ext cx="7478987" cy="3635800"/>
          </a:xfrm>
        </p:spPr>
        <p:txBody>
          <a:bodyPr/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37560-3473-52D7-337F-EF7E110C4B2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21208" y="4305708"/>
            <a:ext cx="7478987" cy="15453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75021DB5-CCA2-52AE-5FDF-AF641F1B3D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E8574E56-40F1-4CE0-AAD5-B23DC7389626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824DFA64-3895-9225-8D46-25F0C14F30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32CE5DFE-36C9-29E6-DADB-39752000A5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E0FB90BE-E4DD-4EB1-B300-1EDDB4015C16}" type="slidenum"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E5C77D-A13E-69E0-F1ED-C142425106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208" y="5985964"/>
            <a:ext cx="2398388" cy="2397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8" name="Graphic">
            <a:extLst>
              <a:ext uri="{FF2B5EF4-FFF2-40B4-BE49-F238E27FC236}">
                <a16:creationId xmlns:a16="http://schemas.microsoft.com/office/drawing/2014/main" id="{EA9C551D-8B79-D2E0-F351-784984F58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6081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0B04661B-8367-A7AE-BBF9-2C41AA479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9700165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3A7520B6-0DA8-7AD3-F16D-1BC7AF6A5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8454259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">
            <a:extLst>
              <a:ext uri="{FF2B5EF4-FFF2-40B4-BE49-F238E27FC236}">
                <a16:creationId xmlns:a16="http://schemas.microsoft.com/office/drawing/2014/main" id="{78477FB5-F93F-0E32-A74E-0EF326B1C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8454259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51902633-C09E-9223-3690-DB997CC4B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90" y="124474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071252B6-3E8E-D8FB-D0E4-63751DBB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7" y="2492160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E23E74BF-36B1-C06C-AE37-487D737BF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3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phic">
            <a:extLst>
              <a:ext uri="{FF2B5EF4-FFF2-40B4-BE49-F238E27FC236}">
                <a16:creationId xmlns:a16="http://schemas.microsoft.com/office/drawing/2014/main" id="{9CE8C162-A7F5-ABE2-2EBC-DE13D99DD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10944737" y="249215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6676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17461429-E02C-5929-9354-D6B2E99DB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542" y="469910"/>
            <a:ext cx="6027057" cy="3626473"/>
          </a:xfrm>
        </p:spPr>
        <p:txBody>
          <a:bodyPr anchor="b"/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667DB-8ABA-50A4-D698-10320D09E4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55542" y="4284640"/>
            <a:ext cx="6027057" cy="124591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B77E-DC76-2C4B-86EE-711A305062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0397" y="5823594"/>
            <a:ext cx="2398388" cy="239709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7FA66C-9D2D-9949-F6B1-DB948C631DE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0C54A0FE-C4DB-40C3-8F5A-14605861E5B4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691B40-E6C8-B545-32D8-6C956FF5F2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F935ACF-3F54-37DC-5C09-77BBDAABB4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257B550C-7ECD-4318-9E76-BA9F9D5FAC9A}" type="slidenum">
              <a:t>‹#›</a:t>
            </a:fld>
            <a:endParaRPr lang="en-US"/>
          </a:p>
        </p:txBody>
      </p:sp>
      <p:pic>
        <p:nvPicPr>
          <p:cNvPr id="8" name="Graphic">
            <a:extLst>
              <a:ext uri="{FF2B5EF4-FFF2-40B4-BE49-F238E27FC236}">
                <a16:creationId xmlns:a16="http://schemas.microsoft.com/office/drawing/2014/main" id="{52D394C9-7EE7-DF29-1142-72A08FCE6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6081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0104B36F-BDCE-ABF0-C506-06948B6D8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9700165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74EA9EFD-E78A-A4C2-DA5A-827748F52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8454259" y="-59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">
            <a:extLst>
              <a:ext uri="{FF2B5EF4-FFF2-40B4-BE49-F238E27FC236}">
                <a16:creationId xmlns:a16="http://schemas.microsoft.com/office/drawing/2014/main" id="{2E82E3C2-19D6-E7DD-ED77-BE32678B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8454259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229B2856-0CE6-CA68-EAA8-978CEB637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7209687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CA256C15-90CB-9FF2-B46F-4F8952307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90" y="124474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7BF31B0-BFC8-71C3-D91D-09BD0DA4D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7" y="2492160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phic">
            <a:extLst>
              <a:ext uri="{FF2B5EF4-FFF2-40B4-BE49-F238E27FC236}">
                <a16:creationId xmlns:a16="http://schemas.microsoft.com/office/drawing/2014/main" id="{1C1A0E69-DB6D-43E9-F4DB-FFD7DE1D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3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95999B2E-D5E7-3B3C-527B-370492CD2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9696" y="248569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Graphic">
            <a:extLst>
              <a:ext uri="{FF2B5EF4-FFF2-40B4-BE49-F238E27FC236}">
                <a16:creationId xmlns:a16="http://schemas.microsoft.com/office/drawing/2014/main" id="{8862E722-21AB-3AB3-9CC2-2C8146E5F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10944737" y="249215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5092774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AA8D-D79F-1846-8AC4-B738F95A3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3" y="1040706"/>
            <a:ext cx="8229600" cy="2621155"/>
          </a:xfrm>
        </p:spPr>
        <p:txBody>
          <a:bodyPr anchor="b" anchorCtr="1"/>
          <a:lstStyle>
            <a:lvl1pPr algn="ctr"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853FA-BE43-C049-96A0-C91F81D160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981203" y="3839016"/>
            <a:ext cx="8229600" cy="1414092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5FCFAE7-90A3-315E-F417-FEF7D0B0D4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896804" y="5440259"/>
            <a:ext cx="2398388" cy="239709"/>
          </a:xfrm>
        </p:spPr>
        <p:txBody>
          <a:bodyPr anchorCtr="1">
            <a:no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A4E6E3-72AE-E739-BE22-E9D374AB45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37D03ED3-8AC5-4F99-8AE0-8DC4463D63C9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AB8AF3E6-73D1-2C9D-E432-19A84D8FB0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C0792A0A-9343-D7B3-A982-B86E7355EA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02005598-8F16-41FE-BD01-1864798FC0C6}" type="slidenum">
              <a:t>‹#›</a:t>
            </a:fld>
            <a:endParaRPr lang="en-US"/>
          </a:p>
        </p:txBody>
      </p:sp>
      <p:pic>
        <p:nvPicPr>
          <p:cNvPr id="8" name="Graphic 37">
            <a:extLst>
              <a:ext uri="{FF2B5EF4-FFF2-40B4-BE49-F238E27FC236}">
                <a16:creationId xmlns:a16="http://schemas.microsoft.com/office/drawing/2014/main" id="{0472237C-8EF2-626C-B238-FA20A172A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521626" y="834801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8">
            <a:extLst>
              <a:ext uri="{FF2B5EF4-FFF2-40B4-BE49-F238E27FC236}">
                <a16:creationId xmlns:a16="http://schemas.microsoft.com/office/drawing/2014/main" id="{CF89E2EA-1C83-BE6F-7505-FB7FC9D6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1" y="0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39">
            <a:extLst>
              <a:ext uri="{FF2B5EF4-FFF2-40B4-BE49-F238E27FC236}">
                <a16:creationId xmlns:a16="http://schemas.microsoft.com/office/drawing/2014/main" id="{FB6C6A33-529A-3B2D-1058-FDA27CFAC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1356820" y="834801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41">
            <a:extLst>
              <a:ext uri="{FF2B5EF4-FFF2-40B4-BE49-F238E27FC236}">
                <a16:creationId xmlns:a16="http://schemas.microsoft.com/office/drawing/2014/main" id="{0F10E25C-3B9E-6E98-48CD-088864173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24624" y="0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42">
            <a:extLst>
              <a:ext uri="{FF2B5EF4-FFF2-40B4-BE49-F238E27FC236}">
                <a16:creationId xmlns:a16="http://schemas.microsoft.com/office/drawing/2014/main" id="{F0F21042-5F63-5300-369B-5E3A5939B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799991" flipH="1">
            <a:off x="0" y="824240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43">
            <a:extLst>
              <a:ext uri="{FF2B5EF4-FFF2-40B4-BE49-F238E27FC236}">
                <a16:creationId xmlns:a16="http://schemas.microsoft.com/office/drawing/2014/main" id="{85421224-847E-D115-8E08-BCCDD07B9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0" y="0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44">
            <a:extLst>
              <a:ext uri="{FF2B5EF4-FFF2-40B4-BE49-F238E27FC236}">
                <a16:creationId xmlns:a16="http://schemas.microsoft.com/office/drawing/2014/main" id="{4B9B9A5F-E853-8282-D500-F40EE374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>
            <a:off x="0" y="1649065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phic 45">
            <a:extLst>
              <a:ext uri="{FF2B5EF4-FFF2-40B4-BE49-F238E27FC236}">
                <a16:creationId xmlns:a16="http://schemas.microsoft.com/office/drawing/2014/main" id="{617E0580-E1A9-5A4D-F81C-105B35A61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9257" y="0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2766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AEDC-F145-5A28-F62D-A595D78EC3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" y="4147453"/>
            <a:ext cx="11460476" cy="78638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17F99-DB13-6DAC-B744-BF900E67051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65760" y="5071372"/>
            <a:ext cx="11460476" cy="48037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431735-CCA5-8147-E667-24EA5486EB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" y="5823594"/>
            <a:ext cx="2398388" cy="239709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3560549A-9A50-26DB-B5D9-3F7A1101992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2983F38A-4980-4ED9-B7C1-F8579E0E4759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646CA7D-D39E-8277-8453-841971D766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6C9ABC2-D00B-7567-653B-C1380AFF43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36BFAFA6-4663-40C0-80A6-CE1E79D11E7D}" type="slidenum">
              <a:t>‹#›</a:t>
            </a:fld>
            <a:endParaRPr lang="en-US"/>
          </a:p>
        </p:txBody>
      </p:sp>
      <p:sp>
        <p:nvSpPr>
          <p:cNvPr id="8" name="Picture Placeholder 27">
            <a:extLst>
              <a:ext uri="{FF2B5EF4-FFF2-40B4-BE49-F238E27FC236}">
                <a16:creationId xmlns:a16="http://schemas.microsoft.com/office/drawing/2014/main" id="{D22F0A89-14D0-56C0-C925-66DC6622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390617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D1BBCAC7-DAB6-A4ED-D842-BFEF33B037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390617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10" name="Graphic 37">
            <a:extLst>
              <a:ext uri="{FF2B5EF4-FFF2-40B4-BE49-F238E27FC236}">
                <a16:creationId xmlns:a16="http://schemas.microsoft.com/office/drawing/2014/main" id="{A5232DC3-A34B-2BA8-B598-06D36A22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521626" y="834801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38">
            <a:extLst>
              <a:ext uri="{FF2B5EF4-FFF2-40B4-BE49-F238E27FC236}">
                <a16:creationId xmlns:a16="http://schemas.microsoft.com/office/drawing/2014/main" id="{E608CA59-B45E-CF8D-F16E-4CB46F847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1" y="0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39">
            <a:extLst>
              <a:ext uri="{FF2B5EF4-FFF2-40B4-BE49-F238E27FC236}">
                <a16:creationId xmlns:a16="http://schemas.microsoft.com/office/drawing/2014/main" id="{449B877C-0336-FAF0-41E6-EBFA35512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1356820" y="834801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373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05EE-0F7D-0507-F050-C3B2CE61BD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7507" y="1008473"/>
            <a:ext cx="4361688" cy="3475232"/>
          </a:xfrm>
        </p:spPr>
        <p:txBody>
          <a:bodyPr anchor="b"/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E4AE2FC2-9B7B-CA12-4E38-A2C8629150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-3767"/>
            <a:ext cx="5162839" cy="68617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E530AED-E615-A8C1-AD7B-26E37AC12A0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377507" y="4653509"/>
            <a:ext cx="4361688" cy="118458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C6AC3FD-397A-170C-D914-AEA86263D9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77507" y="6011375"/>
            <a:ext cx="2398388" cy="2397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C83233-4B8E-CDCD-2C1E-20EA1568D4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995995" y="280501"/>
            <a:ext cx="2743200" cy="365129"/>
          </a:xfrm>
        </p:spPr>
        <p:txBody>
          <a:bodyPr/>
          <a:lstStyle>
            <a:lvl1pPr algn="r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EABBFB4D-1FC0-46F1-B19B-C17850E3AE64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FE125DF-EE4C-E30A-55FB-50F585C242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410193" y="6356351"/>
            <a:ext cx="2743200" cy="365129"/>
          </a:xfrm>
        </p:spPr>
        <p:txBody>
          <a:bodyPr anchorCtr="0"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803B0CC-2B34-FF5A-1F80-EAFD8B7EC5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995995" y="6356351"/>
            <a:ext cx="2743200" cy="36512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B1603E04-4C6B-46A7-89B6-8DFCBE342AB2}" type="slidenum">
              <a:t>‹#›</a:t>
            </a:fld>
            <a:endParaRPr lang="en-US"/>
          </a:p>
        </p:txBody>
      </p:sp>
      <p:pic>
        <p:nvPicPr>
          <p:cNvPr id="9" name="Graphic 37">
            <a:extLst>
              <a:ext uri="{FF2B5EF4-FFF2-40B4-BE49-F238E27FC236}">
                <a16:creationId xmlns:a16="http://schemas.microsoft.com/office/drawing/2014/main" id="{55F07D47-836D-9184-7587-58A627723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835194" y="829242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38">
            <a:extLst>
              <a:ext uri="{FF2B5EF4-FFF2-40B4-BE49-F238E27FC236}">
                <a16:creationId xmlns:a16="http://schemas.microsoft.com/office/drawing/2014/main" id="{298AC6B5-9E53-C640-B779-702557C6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-3767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39">
            <a:extLst>
              <a:ext uri="{FF2B5EF4-FFF2-40B4-BE49-F238E27FC236}">
                <a16:creationId xmlns:a16="http://schemas.microsoft.com/office/drawing/2014/main" id="{4285F88B-9D9D-6A9F-0EC6-3C5B688D3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>
            <a:off x="9" y="831034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426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A9F0-BBBF-4A10-9CDE-74A84518B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" y="804790"/>
            <a:ext cx="6268724" cy="3739896"/>
          </a:xfrm>
        </p:spPr>
        <p:txBody>
          <a:bodyPr/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FDEBA-02B3-04C3-AF08-D54E56A9F79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65760" y="4718624"/>
            <a:ext cx="6268724" cy="7969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77CB7421-3F8F-48B3-DD25-C7F8E4BCAF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029157" y="-3767"/>
            <a:ext cx="5162839" cy="68617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8EE595-9C22-23A7-DBEB-971814F28E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" y="5742331"/>
            <a:ext cx="3860797" cy="2397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Date Placeholder 9">
            <a:extLst>
              <a:ext uri="{FF2B5EF4-FFF2-40B4-BE49-F238E27FC236}">
                <a16:creationId xmlns:a16="http://schemas.microsoft.com/office/drawing/2014/main" id="{25FF3A76-A40B-11A0-1A30-D1DDD6F288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65760" y="6356351"/>
            <a:ext cx="2743200" cy="36512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6509BC96-6372-4673-A7A7-1E7DEDF6FD6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FFBC513-C8D8-10D4-BFF2-D99AF7B9B0A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2345399" cy="365129"/>
          </a:xfrm>
        </p:spPr>
        <p:txBody>
          <a:bodyPr anchorCtr="0"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7D42F51-19EA-B882-8DA3-1DD734C1F7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65760" y="265733"/>
            <a:ext cx="2743200" cy="365129"/>
          </a:xfrm>
        </p:spPr>
        <p:txBody>
          <a:bodyPr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 lvl="0"/>
            <a:fld id="{107E6436-06C6-4825-80DE-7436A1982CDC}" type="slidenum">
              <a:t>‹#›</a:t>
            </a:fld>
            <a:endParaRPr lang="en-US"/>
          </a:p>
        </p:txBody>
      </p:sp>
      <p:pic>
        <p:nvPicPr>
          <p:cNvPr id="9" name="Graphic 37">
            <a:extLst>
              <a:ext uri="{FF2B5EF4-FFF2-40B4-BE49-F238E27FC236}">
                <a16:creationId xmlns:a16="http://schemas.microsoft.com/office/drawing/2014/main" id="{62C87711-D9AD-2CAC-88A9-77F783AEF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521626" y="829242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38">
            <a:extLst>
              <a:ext uri="{FF2B5EF4-FFF2-40B4-BE49-F238E27FC236}">
                <a16:creationId xmlns:a16="http://schemas.microsoft.com/office/drawing/2014/main" id="{0C988588-93BC-A539-5F1E-97CAAC9F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1" y="-3767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39">
            <a:extLst>
              <a:ext uri="{FF2B5EF4-FFF2-40B4-BE49-F238E27FC236}">
                <a16:creationId xmlns:a16="http://schemas.microsoft.com/office/drawing/2014/main" id="{86AB3896-3879-20B8-6914-4FFB55E9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1356820" y="831034"/>
            <a:ext cx="835185" cy="83518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3051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7">
            <a:extLst>
              <a:ext uri="{FF2B5EF4-FFF2-40B4-BE49-F238E27FC236}">
                <a16:creationId xmlns:a16="http://schemas.microsoft.com/office/drawing/2014/main" id="{88E09D86-6A7D-1A54-9497-0AE5CE005B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BF0CC9BE-0497-4A23-9794-9CE7091B0943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31EDEBEF-2E80-87AF-3717-2756F94092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C6208767-8252-CA3C-3C1A-0BF6F20E04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63CB7C08-52CA-4173-AF03-7350F6B24A8E}" type="slidenum">
              <a:t>‹#›</a:t>
            </a:fld>
            <a:endParaRPr lang="en-US"/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20ABD30E-835C-009D-C4F7-6E918ABF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90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94E436DD-81E7-996A-AF93-5716EC83C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8281227A-E2ED-8083-35B3-D3A9BFDB8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0946081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EEDD6E42-15C3-BB95-63C8-ABC4A635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4737" y="249215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8DA9111-9E61-95A7-2894-CD5C03659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8454259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5496CCA-9F2C-2EB7-C72C-97C3280CA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143000"/>
            <a:ext cx="7315200" cy="4572000"/>
          </a:xfrm>
        </p:spPr>
        <p:txBody>
          <a:bodyPr/>
          <a:lstStyle>
            <a:lvl1pPr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78734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52FABB7-233E-8DE5-DDC0-3B83E19D78D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AAA3E914-250D-494A-A1F5-210A102FC1D7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57E4162-3AAC-5B6A-0EB3-DB7A713DB8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F6C3EEF4-B545-B7D7-E104-03DA6284C3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6E48B0F9-8531-40F9-9716-C11741FE6F33}" type="slidenum">
              <a:t>‹#›</a:t>
            </a:fld>
            <a:endParaRPr lang="en-US"/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383E4865-425D-68AC-CA9E-17272E72E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2298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1C4CF851-4BE9-B054-B2B8-EE23ADBCE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8205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1B02E105-BB0C-11C1-80C1-AE90CB04C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>
            <a:off x="12289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B92539EF-97C0-00DE-5803-B76B27258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13634" y="249215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E940C505-ECE6-306C-0701-AA55B5302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>
            <a:off x="2504112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73123F-A565-1AA4-3989-23C55A765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3" y="1143000"/>
            <a:ext cx="7315200" cy="4572000"/>
          </a:xfrm>
        </p:spPr>
        <p:txBody>
          <a:bodyPr/>
          <a:lstStyle>
            <a:lvl1pPr algn="r"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45122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4">
            <a:extLst>
              <a:ext uri="{FF2B5EF4-FFF2-40B4-BE49-F238E27FC236}">
                <a16:creationId xmlns:a16="http://schemas.microsoft.com/office/drawing/2014/main" id="{57C06EFB-F056-CD0C-BC35-C33ABB1DF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90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5">
            <a:extLst>
              <a:ext uri="{FF2B5EF4-FFF2-40B4-BE49-F238E27FC236}">
                <a16:creationId xmlns:a16="http://schemas.microsoft.com/office/drawing/2014/main" id="{A22C97EF-49CD-7508-34B2-AF5E678F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6">
            <a:extLst>
              <a:ext uri="{FF2B5EF4-FFF2-40B4-BE49-F238E27FC236}">
                <a16:creationId xmlns:a16="http://schemas.microsoft.com/office/drawing/2014/main" id="{B36C556C-C3D2-982D-E538-EA4D05DDB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0946081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7">
            <a:extLst>
              <a:ext uri="{FF2B5EF4-FFF2-40B4-BE49-F238E27FC236}">
                <a16:creationId xmlns:a16="http://schemas.microsoft.com/office/drawing/2014/main" id="{FC565464-9037-2345-9B8E-760FEF17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10944737" y="249215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8">
            <a:extLst>
              <a:ext uri="{FF2B5EF4-FFF2-40B4-BE49-F238E27FC236}">
                <a16:creationId xmlns:a16="http://schemas.microsoft.com/office/drawing/2014/main" id="{77E75C3C-41C8-0DD6-F7B6-23C9B1006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654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9">
            <a:extLst>
              <a:ext uri="{FF2B5EF4-FFF2-40B4-BE49-F238E27FC236}">
                <a16:creationId xmlns:a16="http://schemas.microsoft.com/office/drawing/2014/main" id="{83F133D5-F72A-FB38-B712-DCEE4A24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8454259" y="124473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20">
            <a:extLst>
              <a:ext uri="{FF2B5EF4-FFF2-40B4-BE49-F238E27FC236}">
                <a16:creationId xmlns:a16="http://schemas.microsoft.com/office/drawing/2014/main" id="{6BA99E6E-EA86-60F1-9F05-3DED033C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-9" y="4391863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21">
            <a:extLst>
              <a:ext uri="{FF2B5EF4-FFF2-40B4-BE49-F238E27FC236}">
                <a16:creationId xmlns:a16="http://schemas.microsoft.com/office/drawing/2014/main" id="{56BA27C6-E538-A511-9E8A-F18ABB1B3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245907" y="4391863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21DDC40-F7F4-7515-FCBB-CC67D92C23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3090" y="1143000"/>
            <a:ext cx="7065815" cy="4572000"/>
          </a:xfrm>
        </p:spPr>
        <p:txBody>
          <a:bodyPr anchorCtr="1"/>
          <a:lstStyle>
            <a:lvl1pPr algn="ctr"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501E0DED-3082-EF51-DE9B-DF241E1894D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6CA86FAE-18A5-4644-A3F6-947460B181F0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BB2C8A8-0492-9738-C7FC-848334F6EB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FE1198D8-6EC8-CD46-B463-0D96742DF0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566D2D16-742A-489B-8733-6303424706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3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509B-3ADC-A506-7AFC-4C53E0BAA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658" y="1268409"/>
            <a:ext cx="3469873" cy="432117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EDC2B102-ECFF-C14A-E147-DE5BD7A4CF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46280" y="1328275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56">
            <a:extLst>
              <a:ext uri="{FF2B5EF4-FFF2-40B4-BE49-F238E27FC236}">
                <a16:creationId xmlns:a16="http://schemas.microsoft.com/office/drawing/2014/main" id="{C026D7CF-6A75-1559-0D56-305E38CA15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801980" y="1328275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1D9C9EED-30D8-3BBF-8763-E49E0E49A1A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46280" y="3143496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6" name="Text Placeholder 56">
            <a:extLst>
              <a:ext uri="{FF2B5EF4-FFF2-40B4-BE49-F238E27FC236}">
                <a16:creationId xmlns:a16="http://schemas.microsoft.com/office/drawing/2014/main" id="{125B8EF8-F981-3F56-425C-67E58F3CDB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801980" y="3143506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D77B3C87-8624-4E6C-1D8F-77A8A7B741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55570" y="4958727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BAB9E38D-8484-9ABA-3DE0-551C3B8CE6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811271" y="4958727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9" name="Text Placeholder 56">
            <a:extLst>
              <a:ext uri="{FF2B5EF4-FFF2-40B4-BE49-F238E27FC236}">
                <a16:creationId xmlns:a16="http://schemas.microsoft.com/office/drawing/2014/main" id="{69F34E28-D4F2-AD87-DD54-2B1CFA2F4F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29986" y="1328275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C35A9D32-317F-BECA-44A5-8622C29403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85686" y="1328275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460B4456-56E6-94D3-7FCF-8F0DD63E298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29986" y="3143496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E344E195-4A33-B8AD-E1FF-1FA66FAA18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85686" y="3143496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3" name="Text Placeholder 56">
            <a:extLst>
              <a:ext uri="{FF2B5EF4-FFF2-40B4-BE49-F238E27FC236}">
                <a16:creationId xmlns:a16="http://schemas.microsoft.com/office/drawing/2014/main" id="{AF31BB6A-192D-1B38-0875-A95C0756D0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29986" y="4958727"/>
            <a:ext cx="371648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86DEBA77-E3BC-E40B-3D50-F5BA3379EA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85686" y="4958727"/>
            <a:ext cx="2569463" cy="57840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35B4EEBA-78F3-0E0B-DE28-9030ACD0DC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7EC6CF2C-75BC-4A85-B0F0-587BD6D32136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687017BA-9B99-98AC-4399-AB451C1E5B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B5A031D2-750F-CBC1-1347-EB14DAE88D4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A0BD71-0617-46EF-99FF-E09F712539AC}" type="slidenum">
              <a:t>‹#›</a:t>
            </a:fld>
            <a:endParaRPr lang="en-US"/>
          </a:p>
        </p:txBody>
      </p:sp>
      <p:pic>
        <p:nvPicPr>
          <p:cNvPr id="18" name="Graphic 34">
            <a:extLst>
              <a:ext uri="{FF2B5EF4-FFF2-40B4-BE49-F238E27FC236}">
                <a16:creationId xmlns:a16="http://schemas.microsoft.com/office/drawing/2014/main" id="{CED57A33-CEC6-66E6-E5C8-0967A869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Graphic 35">
            <a:extLst>
              <a:ext uri="{FF2B5EF4-FFF2-40B4-BE49-F238E27FC236}">
                <a16:creationId xmlns:a16="http://schemas.microsoft.com/office/drawing/2014/main" id="{0551B860-3EE8-FF23-5B94-591AF03D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" name="Graphic 37">
            <a:extLst>
              <a:ext uri="{FF2B5EF4-FFF2-40B4-BE49-F238E27FC236}">
                <a16:creationId xmlns:a16="http://schemas.microsoft.com/office/drawing/2014/main" id="{AA6002AF-A217-CD17-D1FF-F29C218C1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1" name="Graphic 38">
            <a:extLst>
              <a:ext uri="{FF2B5EF4-FFF2-40B4-BE49-F238E27FC236}">
                <a16:creationId xmlns:a16="http://schemas.microsoft.com/office/drawing/2014/main" id="{0E1E5E23-FBE6-9D60-8950-89969D736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2" name="Graphic 39">
            <a:extLst>
              <a:ext uri="{FF2B5EF4-FFF2-40B4-BE49-F238E27FC236}">
                <a16:creationId xmlns:a16="http://schemas.microsoft.com/office/drawing/2014/main" id="{BBF0612B-7A1C-9930-4678-E945400DE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Graphic 40">
            <a:extLst>
              <a:ext uri="{FF2B5EF4-FFF2-40B4-BE49-F238E27FC236}">
                <a16:creationId xmlns:a16="http://schemas.microsoft.com/office/drawing/2014/main" id="{0574868B-0CEC-3942-C9BB-B1C8D24D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Graphic 41">
            <a:extLst>
              <a:ext uri="{FF2B5EF4-FFF2-40B4-BE49-F238E27FC236}">
                <a16:creationId xmlns:a16="http://schemas.microsoft.com/office/drawing/2014/main" id="{7D99D62E-3C01-1957-A7AF-65292FDDB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833065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2EBE-19CF-0714-7936-FE4B8722C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658" y="1268409"/>
            <a:ext cx="3469873" cy="432117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8A1FDCA-24AC-7FFF-2615-A4379E751B3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303715" y="1268409"/>
            <a:ext cx="6983409" cy="43211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2823FF82-6567-4FB1-2FDA-07B99D6EB79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942BE5B6-ACCC-4C1E-8D26-935CA0A16E29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554B4B6C-B800-D8F1-C04C-3F3A339CE2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7651B6B-BF7A-3B64-2C5F-7AC51BD2EA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B86F31-EAF3-4D0F-9917-2B88D78FC002}" type="slidenum">
              <a:t>‹#›</a:t>
            </a:fld>
            <a:endParaRPr lang="en-US"/>
          </a:p>
        </p:txBody>
      </p:sp>
      <p:pic>
        <p:nvPicPr>
          <p:cNvPr id="7" name="Graphic 34">
            <a:extLst>
              <a:ext uri="{FF2B5EF4-FFF2-40B4-BE49-F238E27FC236}">
                <a16:creationId xmlns:a16="http://schemas.microsoft.com/office/drawing/2014/main" id="{E0B4C6FC-E1AC-4B94-EE81-19890B313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35">
            <a:extLst>
              <a:ext uri="{FF2B5EF4-FFF2-40B4-BE49-F238E27FC236}">
                <a16:creationId xmlns:a16="http://schemas.microsoft.com/office/drawing/2014/main" id="{24B7584E-4EB0-DD5B-A491-FFDD996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7">
            <a:extLst>
              <a:ext uri="{FF2B5EF4-FFF2-40B4-BE49-F238E27FC236}">
                <a16:creationId xmlns:a16="http://schemas.microsoft.com/office/drawing/2014/main" id="{42769B23-1169-C325-A862-DCB5B561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38">
            <a:extLst>
              <a:ext uri="{FF2B5EF4-FFF2-40B4-BE49-F238E27FC236}">
                <a16:creationId xmlns:a16="http://schemas.microsoft.com/office/drawing/2014/main" id="{D6D1295E-0FA3-C220-453A-63B6C498E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39">
            <a:extLst>
              <a:ext uri="{FF2B5EF4-FFF2-40B4-BE49-F238E27FC236}">
                <a16:creationId xmlns:a16="http://schemas.microsoft.com/office/drawing/2014/main" id="{32170CF7-DC1F-6C2A-3F52-6DF93D10E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40">
            <a:extLst>
              <a:ext uri="{FF2B5EF4-FFF2-40B4-BE49-F238E27FC236}">
                <a16:creationId xmlns:a16="http://schemas.microsoft.com/office/drawing/2014/main" id="{03246947-78DE-63C3-B84C-5302C8FE4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41">
            <a:extLst>
              <a:ext uri="{FF2B5EF4-FFF2-40B4-BE49-F238E27FC236}">
                <a16:creationId xmlns:a16="http://schemas.microsoft.com/office/drawing/2014/main" id="{90BF76A4-935B-9E0C-E687-38F12A1E8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6361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rgbClr val="1E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A463-B9ED-0C83-97D9-E3A8286CC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20255"/>
            <a:ext cx="11239210" cy="52818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AED13-7715-D20D-2391-A1EEF84BFB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87713" y="1290346"/>
            <a:ext cx="11239210" cy="4524076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ED3B0-F98C-65DC-37CC-C2A27BC3B0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963B6E1-7919-4C9D-A7AB-F0D37F5D0723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09FA8636-0A3E-23EE-7171-3B5EA81D017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A33D668D-5E33-54F0-FEE8-54FF9F15F0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68A66B-7380-46EB-B5F3-6F89A5561503}" type="slidenum">
              <a:t>‹#›</a:t>
            </a:fld>
            <a:endParaRPr lang="en-US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346A81EC-53AA-3B78-B371-66BFE67EB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56943795-76E2-86DA-779A-7979E45E3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0">
            <a:extLst>
              <a:ext uri="{FF2B5EF4-FFF2-40B4-BE49-F238E27FC236}">
                <a16:creationId xmlns:a16="http://schemas.microsoft.com/office/drawing/2014/main" id="{EE10E36B-B265-D740-6D44-B202342F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1">
            <a:extLst>
              <a:ext uri="{FF2B5EF4-FFF2-40B4-BE49-F238E27FC236}">
                <a16:creationId xmlns:a16="http://schemas.microsoft.com/office/drawing/2014/main" id="{531E1D70-CF87-B174-EB4C-B9C01E891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853B76DE-ACAC-36FA-5728-D1E763517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3">
            <a:extLst>
              <a:ext uri="{FF2B5EF4-FFF2-40B4-BE49-F238E27FC236}">
                <a16:creationId xmlns:a16="http://schemas.microsoft.com/office/drawing/2014/main" id="{46595F8E-3807-9C46-8907-59C044B10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4">
            <a:extLst>
              <a:ext uri="{FF2B5EF4-FFF2-40B4-BE49-F238E27FC236}">
                <a16:creationId xmlns:a16="http://schemas.microsoft.com/office/drawing/2014/main" id="{62B53BDF-50D6-2B43-E039-9BBE12FC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63548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6A13-7E2A-BE4A-7A2F-AF4B35EFB7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EAFD-F223-5B2D-D812-12F255CDD45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3141" y="367095"/>
            <a:ext cx="11225723" cy="612381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E5AF96CF-A984-C2CA-0CD5-0044989B1A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E030330B-82A9-4DAD-AC85-127C4A00E6B0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916303B-4F89-4B36-1302-DA67103574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FBC7B74-54EE-95EB-22A6-09F67E6395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0079CB-4CF9-4DA5-8F46-B970BD2899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88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935B-E909-E118-2A1F-64AFF2CCB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44203"/>
            <a:ext cx="11239210" cy="848974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BDA71-FBB0-5FCD-22AD-B323002536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87713" y="1635084"/>
            <a:ext cx="11239210" cy="420327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EC915014-5F50-A84E-6663-60AB1F2830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0895622B-3D9C-40C6-AAEB-EE0F91F4307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F9A68AC-0560-755E-F2D5-8BF5C85CC7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3C95E94-422A-5F63-2DB1-0C6B51171AB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2F59A9-42B7-431A-923E-4FAA1641E261}" type="slidenum">
              <a:t>‹#›</a:t>
            </a:fld>
            <a:endParaRPr lang="en-US"/>
          </a:p>
        </p:txBody>
      </p:sp>
      <p:pic>
        <p:nvPicPr>
          <p:cNvPr id="7" name="Graphic 14">
            <a:extLst>
              <a:ext uri="{FF2B5EF4-FFF2-40B4-BE49-F238E27FC236}">
                <a16:creationId xmlns:a16="http://schemas.microsoft.com/office/drawing/2014/main" id="{7A316D80-90B8-6704-CF55-A0F2E78E0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5">
            <a:extLst>
              <a:ext uri="{FF2B5EF4-FFF2-40B4-BE49-F238E27FC236}">
                <a16:creationId xmlns:a16="http://schemas.microsoft.com/office/drawing/2014/main" id="{CCEB3B8F-341E-123A-B0D4-B359B082E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7">
            <a:extLst>
              <a:ext uri="{FF2B5EF4-FFF2-40B4-BE49-F238E27FC236}">
                <a16:creationId xmlns:a16="http://schemas.microsoft.com/office/drawing/2014/main" id="{191F135D-2F47-85AD-1AB9-F139DD61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8">
            <a:extLst>
              <a:ext uri="{FF2B5EF4-FFF2-40B4-BE49-F238E27FC236}">
                <a16:creationId xmlns:a16="http://schemas.microsoft.com/office/drawing/2014/main" id="{0E243526-10BB-D63B-3498-D166FC6F8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9">
            <a:extLst>
              <a:ext uri="{FF2B5EF4-FFF2-40B4-BE49-F238E27FC236}">
                <a16:creationId xmlns:a16="http://schemas.microsoft.com/office/drawing/2014/main" id="{D0EA11C0-F96B-2EE2-202C-D93D5A411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20">
            <a:extLst>
              <a:ext uri="{FF2B5EF4-FFF2-40B4-BE49-F238E27FC236}">
                <a16:creationId xmlns:a16="http://schemas.microsoft.com/office/drawing/2014/main" id="{0B2D7D7E-EF04-13FA-A330-70697AEA4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1">
            <a:extLst>
              <a:ext uri="{FF2B5EF4-FFF2-40B4-BE49-F238E27FC236}">
                <a16:creationId xmlns:a16="http://schemas.microsoft.com/office/drawing/2014/main" id="{CB284307-5F17-FC24-2D3E-C06CA48DF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43967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85AA-13B7-9D10-62E2-89868082A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07" y="2385971"/>
            <a:ext cx="4505824" cy="2454798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3A22C02-7E93-7459-1BC5-7586C9DB6D3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282415" y="2386584"/>
            <a:ext cx="6429182" cy="2459736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55FF281A-4968-28B9-5236-2D73B36F85A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6174E66-702C-4A19-9D72-8782C3D2F401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F7081F00-A647-F6F5-B809-79156580CC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F9B6BAC-BCB9-65BA-6E76-2D504717A9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35D5D8-D11B-4C3E-822C-130DFA92FB9B}" type="slidenum"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0D9CE8D5-5391-E411-D27F-FF8F9ED8E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07F120B1-7CAF-977A-2501-234BDE9B7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6">
            <a:extLst>
              <a:ext uri="{FF2B5EF4-FFF2-40B4-BE49-F238E27FC236}">
                <a16:creationId xmlns:a16="http://schemas.microsoft.com/office/drawing/2014/main" id="{5303EDD5-9026-D34D-7562-2AE71B36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7">
            <a:extLst>
              <a:ext uri="{FF2B5EF4-FFF2-40B4-BE49-F238E27FC236}">
                <a16:creationId xmlns:a16="http://schemas.microsoft.com/office/drawing/2014/main" id="{D50AC8CD-D9D5-2B06-BDFD-6EF2613AE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274DC7F4-ABC6-CFCA-D49F-9E8B49E2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9">
            <a:extLst>
              <a:ext uri="{FF2B5EF4-FFF2-40B4-BE49-F238E27FC236}">
                <a16:creationId xmlns:a16="http://schemas.microsoft.com/office/drawing/2014/main" id="{CA44D4A6-B3DE-E899-14E0-F10CEC61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0">
            <a:extLst>
              <a:ext uri="{FF2B5EF4-FFF2-40B4-BE49-F238E27FC236}">
                <a16:creationId xmlns:a16="http://schemas.microsoft.com/office/drawing/2014/main" id="{14D83478-1DB8-477E-F6B0-434498AA5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321123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55FC-4ADF-2DF0-D9EF-B0AD13667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2443" y="2258568"/>
            <a:ext cx="4513789" cy="3557015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4DA10EC-38FE-F3BC-1B3D-9832757E004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282415" y="2258568"/>
            <a:ext cx="6429182" cy="3557015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1D6DD479-C336-EA2C-8179-F7DF5D8742E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04755602-7E95-4126-B3CB-80A84AF5A86B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2418ADA8-3E5D-4439-B34A-2022B968EC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B9DEC7-5F8C-179E-84B5-811631F8A5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7269F94-811E-4A40-8104-449975B70566}" type="slidenum"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C54941BF-875D-889B-9E27-2B5394AD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E9327C60-8CA0-B661-DDF8-A84C4B18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6">
            <a:extLst>
              <a:ext uri="{FF2B5EF4-FFF2-40B4-BE49-F238E27FC236}">
                <a16:creationId xmlns:a16="http://schemas.microsoft.com/office/drawing/2014/main" id="{BB2D1618-C7B3-DBD1-F5B5-D97ABD3AA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7">
            <a:extLst>
              <a:ext uri="{FF2B5EF4-FFF2-40B4-BE49-F238E27FC236}">
                <a16:creationId xmlns:a16="http://schemas.microsoft.com/office/drawing/2014/main" id="{ECDF54BF-8745-EE0E-085E-AC0B6E4DD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C720C292-9703-210B-D185-6F9AFE27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9">
            <a:extLst>
              <a:ext uri="{FF2B5EF4-FFF2-40B4-BE49-F238E27FC236}">
                <a16:creationId xmlns:a16="http://schemas.microsoft.com/office/drawing/2014/main" id="{BA55EA0A-C982-33B6-7F7C-7726B3386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0">
            <a:extLst>
              <a:ext uri="{FF2B5EF4-FFF2-40B4-BE49-F238E27FC236}">
                <a16:creationId xmlns:a16="http://schemas.microsoft.com/office/drawing/2014/main" id="{97914366-7E25-1A8C-062F-4C7BA1D23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9432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0243-ED4D-CF85-534B-DDACFFB742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23959"/>
            <a:ext cx="4498518" cy="5418926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89F6664-2D59-960C-72A7-75158283022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282415" y="623959"/>
            <a:ext cx="6429182" cy="5418926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266F1A3-FDBD-3AB8-97DB-15974CD2920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13BC84D-16A1-4F3E-9204-12CC5460CB32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5ADDB4F-1BAB-7CFD-F7AD-F559D979A8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5C6315B-7799-14C7-FD6E-D6066BDD93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FF71DD-7363-4969-AB01-D84AA852D00C}" type="slidenum"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F63D759A-2A10-315D-F011-185058938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1D87BD1B-A771-5C77-C6A7-EC0D8EC33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6">
            <a:extLst>
              <a:ext uri="{FF2B5EF4-FFF2-40B4-BE49-F238E27FC236}">
                <a16:creationId xmlns:a16="http://schemas.microsoft.com/office/drawing/2014/main" id="{0D20B554-1008-A77A-62D9-34D649BFE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7">
            <a:extLst>
              <a:ext uri="{FF2B5EF4-FFF2-40B4-BE49-F238E27FC236}">
                <a16:creationId xmlns:a16="http://schemas.microsoft.com/office/drawing/2014/main" id="{B40E3AAE-8E70-F9C7-2EEC-5B56E024C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5E296CDD-5A9D-A723-529D-FA32AC84F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9">
            <a:extLst>
              <a:ext uri="{FF2B5EF4-FFF2-40B4-BE49-F238E27FC236}">
                <a16:creationId xmlns:a16="http://schemas.microsoft.com/office/drawing/2014/main" id="{90668AB1-4BA8-1EED-3C8A-4E4A016DD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0">
            <a:extLst>
              <a:ext uri="{FF2B5EF4-FFF2-40B4-BE49-F238E27FC236}">
                <a16:creationId xmlns:a16="http://schemas.microsoft.com/office/drawing/2014/main" id="{6F746CC4-AAC6-55A2-BA8E-6E8012AE0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815949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5004-55E7-860F-B2C7-EF339611C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6048" y="622569"/>
            <a:ext cx="9359999" cy="2423845"/>
          </a:xfrm>
        </p:spPr>
        <p:txBody>
          <a:bodyPr anchor="b"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DFBF8DA-6B01-22C4-C3E7-E258B2DA9CD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16048" y="3315852"/>
            <a:ext cx="9359999" cy="2133596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FE3A-BA2F-FDC9-CDF0-3F94162DFB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581686FE-62FC-47DA-B02B-1330D33BA8A6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DED5D-8D73-2C90-0671-641955D9CE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C8A23-2802-7FF7-635E-DD5E16A6FE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D5832D-4650-47A5-B7C6-7F42FE5428A3}" type="slidenum"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B09AE113-95CA-17EE-B50C-931B848C3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A63A4CEF-A438-D6E9-1E9F-669D69823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6">
            <a:extLst>
              <a:ext uri="{FF2B5EF4-FFF2-40B4-BE49-F238E27FC236}">
                <a16:creationId xmlns:a16="http://schemas.microsoft.com/office/drawing/2014/main" id="{61F6463B-9F3E-F9E7-249A-A9909CAA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7">
            <a:extLst>
              <a:ext uri="{FF2B5EF4-FFF2-40B4-BE49-F238E27FC236}">
                <a16:creationId xmlns:a16="http://schemas.microsoft.com/office/drawing/2014/main" id="{CBC1B050-2A15-0C71-E9F1-3D64B2B83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F30CC7B5-FED9-BF42-96A7-0C2EDEB9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9">
            <a:extLst>
              <a:ext uri="{FF2B5EF4-FFF2-40B4-BE49-F238E27FC236}">
                <a16:creationId xmlns:a16="http://schemas.microsoft.com/office/drawing/2014/main" id="{11D39B6E-E581-F356-8C5B-494DE6432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0">
            <a:extLst>
              <a:ext uri="{FF2B5EF4-FFF2-40B4-BE49-F238E27FC236}">
                <a16:creationId xmlns:a16="http://schemas.microsoft.com/office/drawing/2014/main" id="{B7A2F22C-3996-2B00-05D0-F653A3ADF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65181417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603C-D26A-2A74-1AB0-FD0CF4FD8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8197" y="624745"/>
            <a:ext cx="6616616" cy="122443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C3A16556-020A-7D88-9FBE-658E1D68ABC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D490D13F-F29A-4A64-A93A-2EEA12864AB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9E891FB-752D-FBAA-7B37-6CAEB5F0C87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094981" y="2059713"/>
            <a:ext cx="6609301" cy="3966374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2">
            <a:extLst>
              <a:ext uri="{FF2B5EF4-FFF2-40B4-BE49-F238E27FC236}">
                <a16:creationId xmlns:a16="http://schemas.microsoft.com/office/drawing/2014/main" id="{EF295389-B662-D570-FE03-5EA51717E7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487CABC-904E-BB00-5C1B-02E87965E3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02589C-A867-4F5C-8415-D9D4A5F68D20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44DE233-B50D-26AD-4D73-581F80E8F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24745"/>
            <a:ext cx="4306165" cy="540133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803D47E8-B2EA-4F32-FF37-E7CE7E7E0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4D7804B6-8ED8-8682-2825-56894658E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9D25CB5A-8F78-9AD5-D30D-0545C091D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D6C1FB47-4586-E752-DA99-D8CB9895F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8">
            <a:extLst>
              <a:ext uri="{FF2B5EF4-FFF2-40B4-BE49-F238E27FC236}">
                <a16:creationId xmlns:a16="http://schemas.microsoft.com/office/drawing/2014/main" id="{C5719BF0-02E7-6817-1302-71E498A42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9">
            <a:extLst>
              <a:ext uri="{FF2B5EF4-FFF2-40B4-BE49-F238E27FC236}">
                <a16:creationId xmlns:a16="http://schemas.microsoft.com/office/drawing/2014/main" id="{CAA2DE56-DAAF-414A-8BFF-64ECD352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1">
            <a:extLst>
              <a:ext uri="{FF2B5EF4-FFF2-40B4-BE49-F238E27FC236}">
                <a16:creationId xmlns:a16="http://schemas.microsoft.com/office/drawing/2014/main" id="{F59157DA-FBAC-5E1A-46FE-DEA58505F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030511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2EC6-6F52-AC49-0EA7-24AFEA1B9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22569"/>
            <a:ext cx="6516553" cy="135235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9995874-C34F-0248-AB23-AE5B6FE4CF9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7713" y="2059713"/>
            <a:ext cx="6516553" cy="3966374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9F285-BF29-B86C-6A80-E7083B5FBA4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CF45C1E-C876-401D-953F-79002CD69AC5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000F-5B25-5BB7-7637-61F05D7DF3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EA607-299E-1012-EA24-68917342EE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0BC272-5097-441E-9195-AA2FB2321902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0926B22-28BB-545F-36A3-9D7421D1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300450" y="622569"/>
            <a:ext cx="4403832" cy="540350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C3B400EA-317A-E406-6D1E-0540E252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5A7433F-2169-0446-97A0-C9C5BBC8B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1">
            <a:extLst>
              <a:ext uri="{FF2B5EF4-FFF2-40B4-BE49-F238E27FC236}">
                <a16:creationId xmlns:a16="http://schemas.microsoft.com/office/drawing/2014/main" id="{8F3ACFB0-8065-1773-80A9-1ED926B9E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7">
            <a:extLst>
              <a:ext uri="{FF2B5EF4-FFF2-40B4-BE49-F238E27FC236}">
                <a16:creationId xmlns:a16="http://schemas.microsoft.com/office/drawing/2014/main" id="{06F12974-2682-39A6-E55B-7FB85EEA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8">
            <a:extLst>
              <a:ext uri="{FF2B5EF4-FFF2-40B4-BE49-F238E27FC236}">
                <a16:creationId xmlns:a16="http://schemas.microsoft.com/office/drawing/2014/main" id="{92F123D1-44E1-2251-966D-0FD482243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9">
            <a:extLst>
              <a:ext uri="{FF2B5EF4-FFF2-40B4-BE49-F238E27FC236}">
                <a16:creationId xmlns:a16="http://schemas.microsoft.com/office/drawing/2014/main" id="{CB07E3B1-84AD-67DC-DB29-470A64716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20">
            <a:extLst>
              <a:ext uri="{FF2B5EF4-FFF2-40B4-BE49-F238E27FC236}">
                <a16:creationId xmlns:a16="http://schemas.microsoft.com/office/drawing/2014/main" id="{BC9130D7-F484-54A1-5AE5-95020E152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4220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B341-FA75-136A-D22E-B3676C54E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4219" y="645319"/>
            <a:ext cx="7212714" cy="122443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BACDD0E-9ED1-9221-F0C6-7D90805B2B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14219" y="2059713"/>
            <a:ext cx="7212714" cy="3966374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31CA6BA-D8D1-6575-08A8-81A261F7C1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4876446-D0E1-47B8-A0F4-A5ABB7666AEA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12">
            <a:extLst>
              <a:ext uri="{FF2B5EF4-FFF2-40B4-BE49-F238E27FC236}">
                <a16:creationId xmlns:a16="http://schemas.microsoft.com/office/drawing/2014/main" id="{B75090E9-FA04-832D-7968-8E51534A24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4655C67-889E-151B-6027-28F9A9F734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BC71A4-E38A-4C5E-974B-8B493D218556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B6477920-EBC8-EF97-3D4B-A5A466BE0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45319"/>
            <a:ext cx="3730322" cy="538075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D13500B5-0C78-4F21-AE09-5848E6008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6E0EEF6D-4BEF-8A5A-73C2-4A5F0472F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9D361A63-9F0A-5EC1-1FB9-47D0D8B2B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BA81E8A-D559-FA15-2D9D-D40E52EC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8">
            <a:extLst>
              <a:ext uri="{FF2B5EF4-FFF2-40B4-BE49-F238E27FC236}">
                <a16:creationId xmlns:a16="http://schemas.microsoft.com/office/drawing/2014/main" id="{1631B910-7BFA-F9A1-1F23-ADDF31D76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9">
            <a:extLst>
              <a:ext uri="{FF2B5EF4-FFF2-40B4-BE49-F238E27FC236}">
                <a16:creationId xmlns:a16="http://schemas.microsoft.com/office/drawing/2014/main" id="{6B3EF476-7DE0-B79A-AEF3-65509D438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1">
            <a:extLst>
              <a:ext uri="{FF2B5EF4-FFF2-40B4-BE49-F238E27FC236}">
                <a16:creationId xmlns:a16="http://schemas.microsoft.com/office/drawing/2014/main" id="{4F7D3260-FC46-1671-2319-3C99D8973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65505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443C-84E2-D94E-7469-7AAACB66EB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24105"/>
            <a:ext cx="7190064" cy="122443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934E392-0F64-543F-5ECE-CE9DAF082E7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7713" y="2059713"/>
            <a:ext cx="7190064" cy="3966374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E3F77-9CD8-00FF-7D46-7744B766D7C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23C271B-9F46-4C5C-B857-22C16888549C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5D8B-210A-A737-925A-47D146623D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0971F-0DFE-9608-7589-FF3CF04464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F2AC72-2A7A-455A-8123-335901660EFA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AEF02C2-BE32-5794-ED05-572F41C6B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973961" y="624105"/>
            <a:ext cx="3374035" cy="540197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E692BD9-D9BF-0742-0FAB-283C3F1E2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2">
            <a:extLst>
              <a:ext uri="{FF2B5EF4-FFF2-40B4-BE49-F238E27FC236}">
                <a16:creationId xmlns:a16="http://schemas.microsoft.com/office/drawing/2014/main" id="{04E91E86-C5EB-B89D-ACC0-5746AC9FF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7">
            <a:extLst>
              <a:ext uri="{FF2B5EF4-FFF2-40B4-BE49-F238E27FC236}">
                <a16:creationId xmlns:a16="http://schemas.microsoft.com/office/drawing/2014/main" id="{0CA37483-53EF-D594-6BD7-4D4D8BD9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8">
            <a:extLst>
              <a:ext uri="{FF2B5EF4-FFF2-40B4-BE49-F238E27FC236}">
                <a16:creationId xmlns:a16="http://schemas.microsoft.com/office/drawing/2014/main" id="{36DB1B53-C74B-310A-3EE8-DF155137E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9">
            <a:extLst>
              <a:ext uri="{FF2B5EF4-FFF2-40B4-BE49-F238E27FC236}">
                <a16:creationId xmlns:a16="http://schemas.microsoft.com/office/drawing/2014/main" id="{77214EAE-1507-89F4-AB5F-1B152140F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0">
            <a:extLst>
              <a:ext uri="{FF2B5EF4-FFF2-40B4-BE49-F238E27FC236}">
                <a16:creationId xmlns:a16="http://schemas.microsoft.com/office/drawing/2014/main" id="{30BB7411-30B9-6B99-CB2A-428DCAD9B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1">
            <a:extLst>
              <a:ext uri="{FF2B5EF4-FFF2-40B4-BE49-F238E27FC236}">
                <a16:creationId xmlns:a16="http://schemas.microsoft.com/office/drawing/2014/main" id="{6FCD8B21-E543-536B-BDB2-6CC7E98BA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76645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C284-4D85-E96B-69A3-CFF29128E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2878" y="620749"/>
            <a:ext cx="4824054" cy="18338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C694593-196E-BCB1-87C0-46BFE9DCAC1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902878" y="2604659"/>
            <a:ext cx="4824054" cy="34214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19082-9A24-9D5A-49C6-F662F12E76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E0255066-DE3B-4AFA-A173-2364F6A8158A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A399A-E341-81EB-227B-47BA126958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4BB0-3AE3-69FB-7CA7-5646F08179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945140-B1EC-4009-9F31-C968809B39AC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9C8D4BC-ADFC-225E-23C1-35E28A48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20749"/>
            <a:ext cx="6123791" cy="54053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A0F9C9AD-9411-C5E3-A817-E34F48D21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727FE0EB-F62B-8E8C-F134-5791C49B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7AFA342-AB7F-B6C2-8ED9-39A2249B1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FC4A658D-5BC0-A021-21C4-118FDEA79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8">
            <a:extLst>
              <a:ext uri="{FF2B5EF4-FFF2-40B4-BE49-F238E27FC236}">
                <a16:creationId xmlns:a16="http://schemas.microsoft.com/office/drawing/2014/main" id="{5669B99D-0143-6480-FC08-D56932434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9">
            <a:extLst>
              <a:ext uri="{FF2B5EF4-FFF2-40B4-BE49-F238E27FC236}">
                <a16:creationId xmlns:a16="http://schemas.microsoft.com/office/drawing/2014/main" id="{C029D40F-8B14-38F1-7832-7384CA8F9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1">
            <a:extLst>
              <a:ext uri="{FF2B5EF4-FFF2-40B4-BE49-F238E27FC236}">
                <a16:creationId xmlns:a16="http://schemas.microsoft.com/office/drawing/2014/main" id="{46BB0AB7-107B-2931-922B-8A412ABB3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9515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642D-87A0-22A5-0D18-AD5920C59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713" y="624105"/>
            <a:ext cx="6246824" cy="188541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FCB23C5-903B-DADA-F5D1-450105485EE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7713" y="2752435"/>
            <a:ext cx="6246824" cy="3273643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6DC6-DA29-375E-83A1-2BE3FC97B1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499DB2A-C25D-4956-91B1-B1B638EA05B6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09AE1-69AA-DA0C-37F8-39EF667969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A9AE-C0EC-6ACE-A01F-440008B71E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6D5ACF-5798-416B-81F4-DB53A9DCE468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B4C77016-C95F-AC33-E3BB-84C86FE8B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030721" y="624105"/>
            <a:ext cx="4317275" cy="540197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457A05-655D-F761-5420-B0ABE8F09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2">
            <a:extLst>
              <a:ext uri="{FF2B5EF4-FFF2-40B4-BE49-F238E27FC236}">
                <a16:creationId xmlns:a16="http://schemas.microsoft.com/office/drawing/2014/main" id="{C6FA1DA6-E6F5-3564-44A5-205B55CC2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83340844-EC3C-8786-8174-CB989997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5">
            <a:extLst>
              <a:ext uri="{FF2B5EF4-FFF2-40B4-BE49-F238E27FC236}">
                <a16:creationId xmlns:a16="http://schemas.microsoft.com/office/drawing/2014/main" id="{D6019D65-D282-4507-703D-AA7A77A7A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6">
            <a:extLst>
              <a:ext uri="{FF2B5EF4-FFF2-40B4-BE49-F238E27FC236}">
                <a16:creationId xmlns:a16="http://schemas.microsoft.com/office/drawing/2014/main" id="{D581565A-433D-F903-A661-C14B43D5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7">
            <a:extLst>
              <a:ext uri="{FF2B5EF4-FFF2-40B4-BE49-F238E27FC236}">
                <a16:creationId xmlns:a16="http://schemas.microsoft.com/office/drawing/2014/main" id="{2ECA2C32-AB51-0683-4F86-16AD56C69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8">
            <a:extLst>
              <a:ext uri="{FF2B5EF4-FFF2-40B4-BE49-F238E27FC236}">
                <a16:creationId xmlns:a16="http://schemas.microsoft.com/office/drawing/2014/main" id="{271A28B6-AC14-E485-EC7D-86C17C51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365908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05B1-B9F9-AD11-9423-2B951E8E6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8423" y="622166"/>
            <a:ext cx="4582634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452E183-25FA-1855-B4A1-B06D5352D50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88423" y="1866070"/>
            <a:ext cx="4582634" cy="416000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7D88E-DBF1-F0F0-0C8C-E1FEFDF517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B7724AB-D1C2-415E-87E3-3EE3A8712C8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D4B14-7B9F-A2BB-E329-CBBCA95B0B0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86EFC-9528-277C-D77F-80586BF891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858016-C021-437B-8BED-E5D060892AB2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BCF067-F7EB-8B8D-0BD1-7A3CE3F2FF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22166"/>
            <a:ext cx="6004526" cy="542296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4F469A7E-B332-003E-981E-83BDF10C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89B7427C-27A9-58C0-676F-FF899C0C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5">
            <a:extLst>
              <a:ext uri="{FF2B5EF4-FFF2-40B4-BE49-F238E27FC236}">
                <a16:creationId xmlns:a16="http://schemas.microsoft.com/office/drawing/2014/main" id="{BE8749EA-81ED-DDD0-30B1-48B3F3CD8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6">
            <a:extLst>
              <a:ext uri="{FF2B5EF4-FFF2-40B4-BE49-F238E27FC236}">
                <a16:creationId xmlns:a16="http://schemas.microsoft.com/office/drawing/2014/main" id="{0D1B5812-1390-06CD-ACAC-5A66DFC4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993D430F-C477-3D55-7229-83033BBA3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8">
            <a:extLst>
              <a:ext uri="{FF2B5EF4-FFF2-40B4-BE49-F238E27FC236}">
                <a16:creationId xmlns:a16="http://schemas.microsoft.com/office/drawing/2014/main" id="{066830A8-CC7A-7C3F-081A-59E02868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29">
            <a:extLst>
              <a:ext uri="{FF2B5EF4-FFF2-40B4-BE49-F238E27FC236}">
                <a16:creationId xmlns:a16="http://schemas.microsoft.com/office/drawing/2014/main" id="{8E0F9452-CEC0-4DA2-AFF8-54ADB324C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739344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78B0-53D4-096E-C817-50CA43D0C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2878" y="620749"/>
            <a:ext cx="4824054" cy="18338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8975431-CF18-C1A1-FA7E-FAE6F47C40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902878" y="2784850"/>
            <a:ext cx="4801404" cy="324122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55232A6-EBCB-5BFF-1381-64326AF8AFF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2875ED12-C1FF-4B7D-8485-C00AAD13C7D7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ABE7911-EAF0-CC66-17EF-50EA2A078A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F450105-7196-66EB-34DE-61CE07512E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22B11F-5C0D-4AC9-80AE-7FF26301A3B2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BCA3B40D-A89E-2F92-6C53-6731993953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20749"/>
            <a:ext cx="6123791" cy="54053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47E04B2B-1BD4-A741-46E0-6E87443F6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63E7DD22-CEF8-086E-72F9-6CF4A45D1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5">
            <a:extLst>
              <a:ext uri="{FF2B5EF4-FFF2-40B4-BE49-F238E27FC236}">
                <a16:creationId xmlns:a16="http://schemas.microsoft.com/office/drawing/2014/main" id="{797AEECD-5C56-AEC0-5E91-9B44E51E3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6">
            <a:extLst>
              <a:ext uri="{FF2B5EF4-FFF2-40B4-BE49-F238E27FC236}">
                <a16:creationId xmlns:a16="http://schemas.microsoft.com/office/drawing/2014/main" id="{2A4F9F41-EAE2-71CE-13D4-4FF026D06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69FAAC80-0708-34F2-DB1B-7496801C8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8">
            <a:extLst>
              <a:ext uri="{FF2B5EF4-FFF2-40B4-BE49-F238E27FC236}">
                <a16:creationId xmlns:a16="http://schemas.microsoft.com/office/drawing/2014/main" id="{5E5C007E-1C06-82D3-DF6F-8F975929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29">
            <a:extLst>
              <a:ext uri="{FF2B5EF4-FFF2-40B4-BE49-F238E27FC236}">
                <a16:creationId xmlns:a16="http://schemas.microsoft.com/office/drawing/2014/main" id="{DC229FB5-3287-AFF5-0D1E-CA855F11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98171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D28F-18D7-2210-A9B7-889CE882A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0326" y="637364"/>
            <a:ext cx="3467679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ECCA556-2E87-AFBE-2913-C901059D1B3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880326" y="2306317"/>
            <a:ext cx="3467679" cy="37197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0EDDF-DDFD-D769-9947-2B9CE921461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98BA573B-1602-48D9-A956-12EF9FF954E3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DCCD-58AB-CEF1-378E-A2A12D5E659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53B18-6807-DFD0-E6F9-66BC2B7E48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030B300-6AA1-49F1-B0BB-BA19D0E3BB38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3CB89D3-6828-945B-F012-2FC13056E0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713" y="622569"/>
            <a:ext cx="7096429" cy="540350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A7DD6732-973D-08B0-88FF-0D73353F3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6648FED4-EFB3-2F69-CC2B-8B5857338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5">
            <a:extLst>
              <a:ext uri="{FF2B5EF4-FFF2-40B4-BE49-F238E27FC236}">
                <a16:creationId xmlns:a16="http://schemas.microsoft.com/office/drawing/2014/main" id="{F5F5744F-1BFD-36DC-C957-37CDB6A8F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6">
            <a:extLst>
              <a:ext uri="{FF2B5EF4-FFF2-40B4-BE49-F238E27FC236}">
                <a16:creationId xmlns:a16="http://schemas.microsoft.com/office/drawing/2014/main" id="{80C6765E-D9DB-968C-CB3B-85C03709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9DAD7BC8-75D7-CD8F-05FB-E4932FA86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8">
            <a:extLst>
              <a:ext uri="{FF2B5EF4-FFF2-40B4-BE49-F238E27FC236}">
                <a16:creationId xmlns:a16="http://schemas.microsoft.com/office/drawing/2014/main" id="{F92BECC0-DEBF-2284-EFDF-4CC1FE815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29">
            <a:extLst>
              <a:ext uri="{FF2B5EF4-FFF2-40B4-BE49-F238E27FC236}">
                <a16:creationId xmlns:a16="http://schemas.microsoft.com/office/drawing/2014/main" id="{649B1C63-C75C-E97F-4638-4E1EEF544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903921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90AD-ABB7-9210-5D66-F211F94B6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4509555"/>
            <a:ext cx="4579342" cy="1516523"/>
          </a:xfrm>
        </p:spPr>
        <p:txBody>
          <a:bodyPr anchor="t"/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49238C3-ED0C-55BF-2A1B-528AC13AD59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691353" y="4508942"/>
            <a:ext cx="5651394" cy="1516523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38D6E10-7895-8FCC-6217-F507E596EA8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2DCBF952-A34F-44AB-938B-66BAA5FA4EAC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D3EF061-D594-C3BA-2DBE-FFF5545AE54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C6BAD231-A1EC-364A-4141-6C5FB37BC7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BC73B6-F315-4AB7-AC74-D5B5DF404078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B52E0C1-9ED1-C938-459E-86735AF2D0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44000" y="831921"/>
            <a:ext cx="10504005" cy="347206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80FA56F0-50D8-601D-AF3A-0E47D0B21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AB0F696D-4AFD-83FA-E578-E74D9943A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A113F0B-2A57-4EFF-685A-0680C327B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1">
            <a:extLst>
              <a:ext uri="{FF2B5EF4-FFF2-40B4-BE49-F238E27FC236}">
                <a16:creationId xmlns:a16="http://schemas.microsoft.com/office/drawing/2014/main" id="{F4BE7E5A-6ECD-14D8-E1B1-BB946FA00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8F6AB75C-E075-46C1-9A4C-9CD99BFC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3">
            <a:extLst>
              <a:ext uri="{FF2B5EF4-FFF2-40B4-BE49-F238E27FC236}">
                <a16:creationId xmlns:a16="http://schemas.microsoft.com/office/drawing/2014/main" id="{877CCAD5-346B-FEA4-8206-C7B38E636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4">
            <a:extLst>
              <a:ext uri="{FF2B5EF4-FFF2-40B4-BE49-F238E27FC236}">
                <a16:creationId xmlns:a16="http://schemas.microsoft.com/office/drawing/2014/main" id="{74D7E4CA-DF97-3E7D-71F2-8CAE3DDA0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295850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C4E3-30C5-5D84-147F-B03DACA2F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3785798"/>
            <a:ext cx="2953621" cy="2240279"/>
          </a:xfrm>
        </p:spPr>
        <p:txBody>
          <a:bodyPr anchor="t"/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1958986-B361-FCAA-F532-233BC98B1FF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038603" y="3785177"/>
            <a:ext cx="7304144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1D42BC8-01F8-6CD5-0C48-B63E5B284E2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07E009E-BEB0-4E89-A12D-57D90C1ACE99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DF6C125-B0F2-6303-9E11-9C97E402C1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41F071C-49FF-6955-2B37-3AD30332EB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84B015-DB33-4AFC-ADBC-F2AE066CA7F3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34B853A-A3DA-4D0A-7005-3E43E6CD84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44000" y="865936"/>
            <a:ext cx="10504005" cy="2556004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D570DF2F-BCAC-2FF3-BF2D-AB974A5C2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CBFCB5E7-D3AC-2180-E038-B99BDB221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F803B71-18F4-BB79-3762-EA8BFE79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1">
            <a:extLst>
              <a:ext uri="{FF2B5EF4-FFF2-40B4-BE49-F238E27FC236}">
                <a16:creationId xmlns:a16="http://schemas.microsoft.com/office/drawing/2014/main" id="{72295080-1E62-A551-9817-AB2165350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63EE5002-2B08-565C-3892-459435FA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3">
            <a:extLst>
              <a:ext uri="{FF2B5EF4-FFF2-40B4-BE49-F238E27FC236}">
                <a16:creationId xmlns:a16="http://schemas.microsoft.com/office/drawing/2014/main" id="{3FE71943-C70C-3987-2A77-4B425EBC3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4">
            <a:extLst>
              <a:ext uri="{FF2B5EF4-FFF2-40B4-BE49-F238E27FC236}">
                <a16:creationId xmlns:a16="http://schemas.microsoft.com/office/drawing/2014/main" id="{0C3D8EAA-87E4-C43F-D786-AB871ABFD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38929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18D1-66FD-5671-64A4-D095FDA39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831921"/>
            <a:ext cx="2953621" cy="2240279"/>
          </a:xfrm>
        </p:spPr>
        <p:txBody>
          <a:bodyPr anchor="t"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3D21A403-6655-F03F-034E-ACC150A9C23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061252" y="831921"/>
            <a:ext cx="7286753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9C62260-0C49-C3C8-86BA-00281CD8A0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91708494-2AD5-4C93-8DB3-620CD926F19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FE2CA2-0299-9959-EFAC-E69448318B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33977D8-AEF7-E617-0783-7785044010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3E9E39-507F-441E-B0BF-14A053E3512C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8A357EC-41BA-BC20-DD40-FB1A3A272B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44000" y="3310758"/>
            <a:ext cx="10504005" cy="2722854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B0D896C2-B4EC-040A-99F7-63A9CEC74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6">
            <a:extLst>
              <a:ext uri="{FF2B5EF4-FFF2-40B4-BE49-F238E27FC236}">
                <a16:creationId xmlns:a16="http://schemas.microsoft.com/office/drawing/2014/main" id="{78D880FF-EBF8-51C2-DEA9-B4E478B4C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1">
            <a:extLst>
              <a:ext uri="{FF2B5EF4-FFF2-40B4-BE49-F238E27FC236}">
                <a16:creationId xmlns:a16="http://schemas.microsoft.com/office/drawing/2014/main" id="{5B1D0015-0684-CD8F-FC04-86DB2FB72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9" y="9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3">
            <a:extLst>
              <a:ext uri="{FF2B5EF4-FFF2-40B4-BE49-F238E27FC236}">
                <a16:creationId xmlns:a16="http://schemas.microsoft.com/office/drawing/2014/main" id="{F70E697D-581D-66BE-78D8-D0B170AAA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487841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87153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2F47-2996-10FB-06BB-1FFEA44A5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965" y="858338"/>
            <a:ext cx="10503996" cy="970461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043C36D-22E3-7E03-3474-C1BB62FCC59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227947" y="2080424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5019534-218B-810E-A986-5F9F197338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C678F339-67E2-4CF1-99FD-5EA4AF541FB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7C343C4-A5D2-15F4-66BD-0903009F03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8001E31-891A-121B-4E54-A427D42F70B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05D947-05ED-471E-80B4-4E332E7DA0F4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8976C93-D074-C7CF-B103-5FE6558EC0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73965" y="2081046"/>
            <a:ext cx="6157459" cy="3945032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14">
            <a:extLst>
              <a:ext uri="{FF2B5EF4-FFF2-40B4-BE49-F238E27FC236}">
                <a16:creationId xmlns:a16="http://schemas.microsoft.com/office/drawing/2014/main" id="{027AD9FB-8866-0444-5380-67F5C94BB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5">
            <a:extLst>
              <a:ext uri="{FF2B5EF4-FFF2-40B4-BE49-F238E27FC236}">
                <a16:creationId xmlns:a16="http://schemas.microsoft.com/office/drawing/2014/main" id="{3E200F8D-EE1A-D9D7-D44E-87DD1DE1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6">
            <a:extLst>
              <a:ext uri="{FF2B5EF4-FFF2-40B4-BE49-F238E27FC236}">
                <a16:creationId xmlns:a16="http://schemas.microsoft.com/office/drawing/2014/main" id="{04F4FA13-D3BF-115C-80C6-B6A3E96B9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7">
            <a:extLst>
              <a:ext uri="{FF2B5EF4-FFF2-40B4-BE49-F238E27FC236}">
                <a16:creationId xmlns:a16="http://schemas.microsoft.com/office/drawing/2014/main" id="{50883BEA-796E-348B-E4A7-5252CF7C5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25">
            <a:extLst>
              <a:ext uri="{FF2B5EF4-FFF2-40B4-BE49-F238E27FC236}">
                <a16:creationId xmlns:a16="http://schemas.microsoft.com/office/drawing/2014/main" id="{C46A417C-5E05-766B-B2FB-2E97C6FF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6">
            <a:extLst>
              <a:ext uri="{FF2B5EF4-FFF2-40B4-BE49-F238E27FC236}">
                <a16:creationId xmlns:a16="http://schemas.microsoft.com/office/drawing/2014/main" id="{0A4BE149-B9FB-6B28-E7CD-A6FBD87A9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27">
            <a:extLst>
              <a:ext uri="{FF2B5EF4-FFF2-40B4-BE49-F238E27FC236}">
                <a16:creationId xmlns:a16="http://schemas.microsoft.com/office/drawing/2014/main" id="{44061C53-B666-8A33-17B4-0107C9D7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583485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9287-17AF-4409-B809-A56E21113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852888"/>
            <a:ext cx="4672583" cy="1453896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AE6486F-A5C0-3AE0-D608-C39300A3F32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754255" y="852888"/>
            <a:ext cx="5588492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A54569C-136F-CB00-F3C3-68734571A79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FC705E6-6DF4-44AB-806D-6B6EAC2EC7C1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07275AF-8CE2-F34A-78C2-19F12471C5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C2D29FA-2178-C376-A212-1519FC2FF4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78D609-F851-4B54-B6F9-DB08C233F147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8B0C8F3D-6976-A0E2-F8CC-C08003DA9E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44000" y="2459415"/>
            <a:ext cx="4672583" cy="3545695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F2D73BD6-E45C-9DB2-E6F3-416110D81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918866D0-B058-546F-9A80-EA0E9A75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B8FFB2CF-C21D-D3E4-65FB-7C652CAD8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9">
            <a:extLst>
              <a:ext uri="{FF2B5EF4-FFF2-40B4-BE49-F238E27FC236}">
                <a16:creationId xmlns:a16="http://schemas.microsoft.com/office/drawing/2014/main" id="{7D7F4772-C35C-02C8-9B9D-E07DDBC23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A7FE9E-F282-2B17-CF1E-8F02B118E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FA85BC7-B5C9-5593-F5EC-0B5E8D402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6646B23-C843-3593-32AB-D2172241D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71841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BEC2-972A-4DA8-B033-27CA7AF0A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873727"/>
            <a:ext cx="3657600" cy="1453896"/>
          </a:xfrm>
        </p:spPr>
        <p:txBody>
          <a:bodyPr anchor="t"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65E88D4-83E1-E9DC-62C7-A7A0A6DC87F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9020" y="873727"/>
            <a:ext cx="6613727" cy="5151738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A61BA4A-32E8-8FB9-2C63-C7058F1003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EC986986-BEEA-4063-BE19-0C25C0D3DAC7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EF65FDF-1424-2AE5-0EA0-EAD725D4F6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26CAE37-B366-5F66-E358-60FCE67BD1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0E7E23-26CE-4E91-B572-52902C0CF2D8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EFDE817-1E3F-5C7E-DDE8-817EA29910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44000" y="2490953"/>
            <a:ext cx="3657600" cy="349331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0050FCF9-2CE7-558C-E72F-DCCA86115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B728F6AD-C63D-DB70-5E6A-4303F225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0C4D0E46-0FC0-4D3C-22F8-F29E6BD04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9">
            <a:extLst>
              <a:ext uri="{FF2B5EF4-FFF2-40B4-BE49-F238E27FC236}">
                <a16:creationId xmlns:a16="http://schemas.microsoft.com/office/drawing/2014/main" id="{543F5FE6-6D9A-8DEE-2B29-39137E5C3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645372A-1E07-CC72-A9A2-24D7F73E2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13D6C23-6975-558B-A7FD-510D03EC8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32FA3B4-CD23-30C2-19E6-F88486EBE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659137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6DAA-8E26-C3BA-8AD7-FAAC7022C2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4000" y="831921"/>
            <a:ext cx="10521991" cy="4069262"/>
          </a:xfrm>
        </p:spPr>
        <p:txBody>
          <a:bodyPr anchor="b"/>
          <a:lstStyle>
            <a:lvl1pPr>
              <a:defRPr sz="2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246B3-6F54-6A15-B104-DD444E9980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4000" y="5076492"/>
            <a:ext cx="7559024" cy="9495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2335B-3488-3E24-E66B-E0F7173DE22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38D4453-9717-4859-A543-4C692F5967F8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2689C-5AB0-92AC-EE05-45D2B1F661F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2756F-737B-60D7-812A-844EB7A9AF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8CD04B-69E4-4E32-9FE1-955649F85859}" type="slidenum"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C2CA7-38CC-AAE1-C109-31F84D7F7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5B913D8-8681-F6A4-DC59-7E5F06A21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156A81-DB2B-68A7-4A01-D5EE49A67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E71B6A4-CE66-0E11-F095-8E0CCFCD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6EEF1E8-AE47-45CD-E993-67AB69B9F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F2938E-F49B-AC8B-021B-203C75F4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A0B06A-F641-7667-CB5C-9B1A3DCC5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58265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FFEF-E121-9409-C7B4-4FBE1602D9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61995" y="831921"/>
            <a:ext cx="10486010" cy="3977822"/>
          </a:xfrm>
        </p:spPr>
        <p:txBody>
          <a:bodyPr anchor="b" anchorCtr="1"/>
          <a:lstStyle>
            <a:lvl1pPr algn="ctr">
              <a:defRPr sz="2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11255-5E0F-9229-E7DA-3534FC65A8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77440" y="4997671"/>
            <a:ext cx="7525511" cy="1028407"/>
          </a:xfrm>
        </p:spPr>
        <p:txBody>
          <a:bodyPr anchorCtr="1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3879-A044-B931-BCF7-11BDB19FB7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528C20C-062E-4DE6-849E-224461F55AD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E1939-D269-B643-60E6-208F9DA331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22737-035A-A6C9-5D08-49D89C2F5F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002B7F-6315-4822-92EC-F78A86A47053}" type="slidenum"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AC79B8-FC09-7279-F9EC-9CF5EF5CC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643EDF-285E-0E2A-ED9D-993FDADC7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ECD93C-C52C-B35E-6D9E-D0D5D1B4A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A43C1BC-3C89-6832-C2D6-29D347C16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4B0CC4-5934-AD84-FECE-8DE5E148B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ACAB5AE-5724-4066-5DAC-847C0C027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9F1E0D4-933F-6D66-F4A9-AD814C3D1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596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Pr>
        <a:solidFill>
          <a:srgbClr val="1E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E774542-07BD-0F16-A60C-FB249AEA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057A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B7ACB9-1A27-EC44-5311-F7FC88767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1995" y="831921"/>
            <a:ext cx="10486010" cy="3977822"/>
          </a:xfrm>
        </p:spPr>
        <p:txBody>
          <a:bodyPr anchor="b" anchorCtr="1"/>
          <a:lstStyle>
            <a:lvl1pPr algn="ctr">
              <a:defRPr sz="2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F45DC3-A6DA-4C22-917E-A7408728AE7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77440" y="4997671"/>
            <a:ext cx="7525511" cy="1028407"/>
          </a:xfrm>
        </p:spPr>
        <p:txBody>
          <a:bodyPr anchorCtr="1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8767D82-2366-B132-E5D5-EC4FC3D494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00744D69-EF6E-4401-8E1A-006653862ED8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F0604B-E6BB-0995-A7A9-68BBB9486B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3C0266-92A1-F88F-0731-68B02DDBFF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95FAB9-3034-44BC-B891-30F7837856DD}" type="slidenum">
              <a:t>‹#›</a:t>
            </a:fld>
            <a:endParaRPr lang="en-US"/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5C58D247-B99C-E7E6-926A-CB2B63591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2">
            <a:extLst>
              <a:ext uri="{FF2B5EF4-FFF2-40B4-BE49-F238E27FC236}">
                <a16:creationId xmlns:a16="http://schemas.microsoft.com/office/drawing/2014/main" id="{67276A6B-34BC-4951-6C39-B8BA9E17D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7">
            <a:extLst>
              <a:ext uri="{FF2B5EF4-FFF2-40B4-BE49-F238E27FC236}">
                <a16:creationId xmlns:a16="http://schemas.microsoft.com/office/drawing/2014/main" id="{F7A29CB3-588B-C9BA-165B-10FA475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95CB6A6-C51A-405A-EC12-B652EA0F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4F9C0D7-8033-188D-1261-2E3B8CA50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FAFD99-8627-603A-CCBC-4977F017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D864BCF-2876-8155-C41C-4C622479B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704990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A99F-68CA-4B91-16F5-271EB54635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CE86D21-D4FA-810C-AC5C-DCC1F432B38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2648" y="630936"/>
            <a:ext cx="8266175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EFC88ED-ED59-D89F-6E52-2A03C1F9B9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9DE0522-FFFF-42EB-A665-FD1142DE9E70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48FBA73-F02C-B9CE-880C-8BDB5E474C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9874234-A644-9F89-D9DD-6013401416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9BBC83-98B7-4CAA-9B9B-CE4E5DF355C3}" type="slidenum">
              <a:t>‹#›</a:t>
            </a:fld>
            <a:endParaRPr lang="en-US"/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813A232E-A379-8736-C8D2-C1D7D08B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90" y="1934202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37667E00-BF4D-5321-C0BC-1AC5ECC0A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0946081" y="317952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BD07B01F-06F3-2664-CDD3-E5D94C423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4737" y="4426949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952897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719B-AEFE-1E00-96EB-6A8E83073D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966E6287-F932-AFDE-8EB1-E4B4030E474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2648" y="1929384"/>
            <a:ext cx="8266175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58F50BE4-2210-7320-7BCD-E7E666502AC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CE8C1837-2DB9-43D5-9DF4-B4A5858B8C61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4AEC018-8B8A-AD06-86AD-1BF5F52CA21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BA69DA6-07E4-C373-46C7-8980296D7C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FD61CE-CF45-4385-9091-3E10A69DF2A6}" type="slidenum">
              <a:t>‹#›</a:t>
            </a:fld>
            <a:endParaRPr lang="en-US"/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F0F79528-6B51-7498-CE8C-31C18F890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90" y="1934202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8E19BA8-908E-18A7-332C-CC666F5A5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0946081" y="317952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092B0634-7F85-D659-AC1D-A4C5DC106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4737" y="4426949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852867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153C-F60B-5F37-9330-D2ADAAF48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6C04E80-4772-17D3-3B98-CC03EFA035B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2648" y="548640"/>
            <a:ext cx="8266175" cy="560527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0E30D9A-46A3-45FC-5FEA-DFB512EA662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C56A81A3-FF75-4FCC-82FF-CF13FA9BFB8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3F1E677-BCF7-2371-A953-025C9ED5CD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64A776-E476-431B-D780-B33AB8DD2CF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764C4D-A4A3-4710-8B0F-D989234DAFBA}" type="slidenum">
              <a:t>‹#›</a:t>
            </a:fld>
            <a:endParaRPr lang="en-US"/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F64E1C81-0AE4-42B5-234D-E284C0965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90" y="130884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5B40F545-27F1-0480-D734-BA04CC7CA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1308844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1D3BE726-84EA-69AA-9502-A6DB2E0C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10946081" y="255416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2E8FC2E7-8D02-DD19-87B2-883FA4FD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>
            <a:off x="10944737" y="380158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00944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F75C-725B-4229-89AD-CDA4B4D4B2A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499616" y="1188720"/>
            <a:ext cx="9198864" cy="3657600"/>
          </a:xfrm>
        </p:spPr>
        <p:txBody>
          <a:bodyPr/>
          <a:lstStyle>
            <a:lvl1pPr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CE76-0921-705C-6879-2BBBE7CB04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99616" y="5428756"/>
            <a:ext cx="9198864" cy="466344"/>
          </a:xfrm>
        </p:spPr>
        <p:txBody>
          <a:bodyPr anchor="ctr"/>
          <a:lstStyle>
            <a:lvl1pPr marL="0" indent="0">
              <a:buNone/>
              <a:defRPr sz="2200" b="1">
                <a:solidFill>
                  <a:srgbClr val="1057A5"/>
                </a:solidFill>
              </a:defRPr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7FE52-757E-C5C5-DB55-E1A19B8B4B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39353286-9723-4541-A25F-563EB1B61787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1FBFD-AC64-7878-2868-AB80D6F653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C4AF0-4A61-71C9-D61C-46CE07E3CE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B9EEFB-C6D9-4AA1-B5F0-471299785A13}" type="slidenum"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2AA94F-97B1-527C-D9BA-D21BF1E02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2E9E990-D725-1B83-ABDF-E31F2F54B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0E09356-E069-9B2D-38DD-29AC2DAA5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2C263C6-2CEF-0239-D475-333140F1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5EFEBC3-3EDE-5EA5-4130-BF4B7718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6062988-AAD6-FE43-2FC9-465BB7A52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CE05B97-C6F9-FD82-A7AE-3C1FCD918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841314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rgbClr val="1E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0852A35-4DEA-230C-D6DD-36725CE80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057A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2A8A66-B08C-1069-947A-AA8C9C700C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499616" y="1344168"/>
            <a:ext cx="9198864" cy="3291840"/>
          </a:xfrm>
        </p:spPr>
        <p:txBody>
          <a:bodyPr/>
          <a:lstStyle>
            <a:lvl1pPr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FB612DD-385F-BFD2-5535-D2699E0A33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99616" y="5349240"/>
            <a:ext cx="9198864" cy="466344"/>
          </a:xfrm>
        </p:spPr>
        <p:txBody>
          <a:bodyPr anchor="ctr"/>
          <a:lstStyle>
            <a:lvl1pPr marL="0" indent="0">
              <a:buNone/>
              <a:defRPr sz="2200" b="1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9EA989-FA9F-FFD2-8F4F-EBA219B557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4A713000-A13E-4ABE-B06B-9CA189568CBF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87B0D1-4491-547E-BC51-756EE3DC14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136302-4C30-FA9B-6C10-9FA80B8CF6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9E9CC7-A0A8-41ED-B9BF-CDA40964A236}" type="slidenum"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CE4AB8-78AE-D2D0-C647-FCF41558F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D5BA7-1F9E-D124-DC30-5A44A9C78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9A380C7-583C-F13F-37D3-FA414B8A7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40B3AE9-41F2-18B3-8124-D108A91FB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F5C57ED-F90E-267A-EA03-483A0B05E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33FDB8C-2373-02A8-B233-A85225704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77E0FA9-5ED8-7E7D-210D-B2594D762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98281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84D6-43F0-231A-C647-72C9AD155A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4000" y="1234440"/>
            <a:ext cx="8961120" cy="316992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298ED-3EA8-4040-FA4F-D62D86A19B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1796" y="5540029"/>
            <a:ext cx="8961120" cy="466344"/>
          </a:xfrm>
        </p:spPr>
        <p:txBody>
          <a:bodyPr anchor="ctr"/>
          <a:lstStyle>
            <a:lvl1pPr marL="0" indent="0">
              <a:buNone/>
              <a:defRPr sz="2200" b="1">
                <a:solidFill>
                  <a:srgbClr val="CEE3FA"/>
                </a:solidFill>
              </a:defRPr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46E02-3741-F707-B1E9-EC629579B9D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FC04A72E-E0D9-4225-B4B0-23D74F68274C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62FB-C839-2E97-C95C-F720C424140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73532-AD89-3A33-8DD1-46F2D9B5F2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67F30A-12BB-46F7-A685-E5151A3EF75A}" type="slidenum"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89FA3B9C-4F12-4409-A39A-3BAF655E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1E29AD2B-B594-DB69-70E5-2ADCB6920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-1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5">
            <a:extLst>
              <a:ext uri="{FF2B5EF4-FFF2-40B4-BE49-F238E27FC236}">
                <a16:creationId xmlns:a16="http://schemas.microsoft.com/office/drawing/2014/main" id="{430D3086-D0CE-5629-D254-6C1F02B92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656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6">
            <a:extLst>
              <a:ext uri="{FF2B5EF4-FFF2-40B4-BE49-F238E27FC236}">
                <a16:creationId xmlns:a16="http://schemas.microsoft.com/office/drawing/2014/main" id="{9A16913C-CDE3-43B8-0282-040444739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>
            <a:off x="11704283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7">
            <a:extLst>
              <a:ext uri="{FF2B5EF4-FFF2-40B4-BE49-F238E27FC236}">
                <a16:creationId xmlns:a16="http://schemas.microsoft.com/office/drawing/2014/main" id="{507D8050-6635-84CD-C134-F4389C8C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28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25">
            <a:extLst>
              <a:ext uri="{FF2B5EF4-FFF2-40B4-BE49-F238E27FC236}">
                <a16:creationId xmlns:a16="http://schemas.microsoft.com/office/drawing/2014/main" id="{6CE18B8D-CC0E-1416-E861-4AE75597F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04283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26">
            <a:extLst>
              <a:ext uri="{FF2B5EF4-FFF2-40B4-BE49-F238E27FC236}">
                <a16:creationId xmlns:a16="http://schemas.microsoft.com/office/drawing/2014/main" id="{4CCD285B-A917-38EF-3B7F-253978EE5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28847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32652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C659-CFB2-B11E-2917-27436FFCC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831921"/>
            <a:ext cx="10515600" cy="1132255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6A0DDD2-3F1D-2833-1490-078D2DBD5A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3" y="2147459"/>
            <a:ext cx="5181603" cy="38786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069C15-F87E-1F1E-13A7-622EDFFB89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72200" y="2147459"/>
            <a:ext cx="5181603" cy="38786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2C68C-82D8-CFDD-4E6A-B5168BF95B7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E2148E5D-3EC0-4A64-B842-FE2D4F985FB2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5B9C4-7293-17AA-8179-1D220AD104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F9F7F-B05D-3DF3-3982-29BD6FE868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2BF9E2-8428-4980-8A41-B578F81F03D7}" type="slidenum">
              <a:t>‹#›</a:t>
            </a:fld>
            <a:endParaRPr lang="en-US"/>
          </a:p>
        </p:txBody>
      </p:sp>
      <p:pic>
        <p:nvPicPr>
          <p:cNvPr id="8" name="Graphic 2">
            <a:extLst>
              <a:ext uri="{FF2B5EF4-FFF2-40B4-BE49-F238E27FC236}">
                <a16:creationId xmlns:a16="http://schemas.microsoft.com/office/drawing/2014/main" id="{A61BBF65-00CD-1F9F-0C77-0300C931F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3">
            <a:extLst>
              <a:ext uri="{FF2B5EF4-FFF2-40B4-BE49-F238E27FC236}">
                <a16:creationId xmlns:a16="http://schemas.microsoft.com/office/drawing/2014/main" id="{12EBB813-B90E-BE33-02EC-7C09A7CA7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7">
            <a:extLst>
              <a:ext uri="{FF2B5EF4-FFF2-40B4-BE49-F238E27FC236}">
                <a16:creationId xmlns:a16="http://schemas.microsoft.com/office/drawing/2014/main" id="{C423F151-44BA-D085-4931-B1E76DBF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9">
            <a:extLst>
              <a:ext uri="{FF2B5EF4-FFF2-40B4-BE49-F238E27FC236}">
                <a16:creationId xmlns:a16="http://schemas.microsoft.com/office/drawing/2014/main" id="{064A9FA8-AF09-A1E0-CF87-3D089BFAC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FB9D9D3-176B-5D3E-C75E-AFD6A6B49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0B8EE45-A243-6106-DD96-1AD36C422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BB03FDB-8EE5-EE73-316F-880AAB60F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321324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1C07-943C-DAFF-99DA-7840B85DA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373" y="838989"/>
            <a:ext cx="10461622" cy="1143292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B7980-BAD2-8F66-A9E3-C9A139E53B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4000" y="2142932"/>
            <a:ext cx="5157782" cy="559832"/>
          </a:xfrm>
        </p:spPr>
        <p:txBody>
          <a:bodyPr anchor="b"/>
          <a:lstStyle>
            <a:lvl1pPr marL="0" indent="0">
              <a:buNone/>
              <a:defRPr sz="2000" b="1"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0569608-C177-1B6D-53DB-773C3D1A01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4000" y="2844798"/>
            <a:ext cx="5157792" cy="31742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53C1C-F457-AAEB-0DD3-7D7D33CC5E9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4811" y="2142932"/>
            <a:ext cx="5183184" cy="559832"/>
          </a:xfrm>
        </p:spPr>
        <p:txBody>
          <a:bodyPr anchor="b"/>
          <a:lstStyle>
            <a:lvl1pPr marL="0" indent="0">
              <a:buNone/>
              <a:defRPr sz="2000" b="1"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DF2FA52-54DD-9858-885F-25851F39D5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4811" y="2844798"/>
            <a:ext cx="5183184" cy="31742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D111742-CB37-6261-34E7-89AB7720E7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3FA2339C-7857-4F1D-8B05-51A017DCEC47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90B421B-5F2A-A36F-403D-EB019846CE1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010F8F8-D877-8998-FF54-52E982E952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661B56-7DC5-4C23-9759-69670DBB74FD}" type="slidenum">
              <a:t>‹#›</a:t>
            </a:fld>
            <a:endParaRPr lang="en-US"/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561A899B-CAFA-AE90-3D5B-B8205BB0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5">
            <a:extLst>
              <a:ext uri="{FF2B5EF4-FFF2-40B4-BE49-F238E27FC236}">
                <a16:creationId xmlns:a16="http://schemas.microsoft.com/office/drawing/2014/main" id="{E76D1E5B-53F1-5D60-0B05-A997EFC5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6">
            <a:extLst>
              <a:ext uri="{FF2B5EF4-FFF2-40B4-BE49-F238E27FC236}">
                <a16:creationId xmlns:a16="http://schemas.microsoft.com/office/drawing/2014/main" id="{7288196D-9318-2BEB-E0B9-36BD35209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7">
            <a:extLst>
              <a:ext uri="{FF2B5EF4-FFF2-40B4-BE49-F238E27FC236}">
                <a16:creationId xmlns:a16="http://schemas.microsoft.com/office/drawing/2014/main" id="{C2553539-EA57-69F0-C01B-72ABFDC05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8">
            <a:extLst>
              <a:ext uri="{FF2B5EF4-FFF2-40B4-BE49-F238E27FC236}">
                <a16:creationId xmlns:a16="http://schemas.microsoft.com/office/drawing/2014/main" id="{F90786E7-B25E-2911-B0FC-6E7BE120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phic 9">
            <a:extLst>
              <a:ext uri="{FF2B5EF4-FFF2-40B4-BE49-F238E27FC236}">
                <a16:creationId xmlns:a16="http://schemas.microsoft.com/office/drawing/2014/main" id="{D6D5BE92-FFE7-51A1-45FE-60007C4E0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Graphic 11">
            <a:extLst>
              <a:ext uri="{FF2B5EF4-FFF2-40B4-BE49-F238E27FC236}">
                <a16:creationId xmlns:a16="http://schemas.microsoft.com/office/drawing/2014/main" id="{0736B917-46E2-2414-6E0F-AE055B815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911912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807800DF-F83F-AD7F-D35E-E1F2B223B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887E7338-BA59-3B8C-B8C2-AC5BD120B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80AECB67-06C0-B84A-7705-AC1FF3F5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3695D8B0-9235-05E5-D79F-291B329FC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0FE61632-574C-FA7D-A451-EFCB91EDA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A4EF7A08-8819-02F3-F558-27BDC7D25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81C83CD0-C7FD-4CE2-6245-BB959BB74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A235B77E-E4EF-4C42-15B8-1A62E324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956258" y="2726301"/>
            <a:ext cx="1025764" cy="10257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44009"/>
              <a:gd name="f7" fmla="val 622005"/>
              <a:gd name="f8" fmla="val 621995"/>
              <a:gd name="f9" fmla="val 622015"/>
              <a:gd name="f10" fmla="val 1231373"/>
              <a:gd name="f11" fmla="val 747361"/>
              <a:gd name="f12" fmla="val 1181659"/>
              <a:gd name="f13" fmla="val 990307"/>
              <a:gd name="f14" fmla="val 278481"/>
              <a:gd name="f15" fmla="+- 0 0 -90"/>
              <a:gd name="f16" fmla="*/ f3 1 1244009"/>
              <a:gd name="f17" fmla="*/ f4 1 1244009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1244009"/>
              <a:gd name="f24" fmla="*/ 622005 f21 1"/>
              <a:gd name="f25" fmla="*/ 0 f21 1"/>
              <a:gd name="f26" fmla="*/ 1244009 f21 1"/>
              <a:gd name="f27" fmla="*/ 621995 f21 1"/>
              <a:gd name="f28" fmla="*/ 622015 f21 1"/>
              <a:gd name="f29" fmla="*/ 1231373 f21 1"/>
              <a:gd name="f30" fmla="*/ 747361 f21 1"/>
              <a:gd name="f31" fmla="+- f22 0 f1"/>
              <a:gd name="f32" fmla="*/ f24 1 1244009"/>
              <a:gd name="f33" fmla="*/ f25 1 1244009"/>
              <a:gd name="f34" fmla="*/ f26 1 1244009"/>
              <a:gd name="f35" fmla="*/ f27 1 1244009"/>
              <a:gd name="f36" fmla="*/ f28 1 1244009"/>
              <a:gd name="f37" fmla="*/ f29 1 1244009"/>
              <a:gd name="f38" fmla="*/ f30 1 1244009"/>
              <a:gd name="f39" fmla="*/ f18 1 f23"/>
              <a:gd name="f40" fmla="*/ f19 1 f23"/>
              <a:gd name="f41" fmla="*/ f32 1 f23"/>
              <a:gd name="f42" fmla="*/ f33 1 f23"/>
              <a:gd name="f43" fmla="*/ f34 1 f23"/>
              <a:gd name="f44" fmla="*/ f35 1 f23"/>
              <a:gd name="f45" fmla="*/ f36 1 f23"/>
              <a:gd name="f46" fmla="*/ f37 1 f23"/>
              <a:gd name="f47" fmla="*/ f38 1 f23"/>
              <a:gd name="f48" fmla="*/ f39 f16 1"/>
              <a:gd name="f49" fmla="*/ f40 f16 1"/>
              <a:gd name="f50" fmla="*/ f40 f17 1"/>
              <a:gd name="f51" fmla="*/ f39 f17 1"/>
              <a:gd name="f52" fmla="*/ f41 f16 1"/>
              <a:gd name="f53" fmla="*/ f42 f17 1"/>
              <a:gd name="f54" fmla="*/ f43 f16 1"/>
              <a:gd name="f55" fmla="*/ f44 f17 1"/>
              <a:gd name="f56" fmla="*/ f45 f17 1"/>
              <a:gd name="f57" fmla="*/ f46 f16 1"/>
              <a:gd name="f58" fmla="*/ f47 f17 1"/>
              <a:gd name="f59" fmla="*/ f47 f16 1"/>
              <a:gd name="f60" fmla="*/ f46 f17 1"/>
              <a:gd name="f61" fmla="*/ f45 f16 1"/>
              <a:gd name="f62" fmla="*/ f43 f17 1"/>
              <a:gd name="f63" fmla="*/ f44 f16 1"/>
              <a:gd name="f64" fmla="*/ f42 f16 1"/>
              <a:gd name="f65" fmla="*/ f41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52" y="f53"/>
              </a:cxn>
              <a:cxn ang="f31">
                <a:pos x="f54" y="f53"/>
              </a:cxn>
              <a:cxn ang="f31">
                <a:pos x="f54" y="f55"/>
              </a:cxn>
              <a:cxn ang="f31">
                <a:pos x="f54" y="f56"/>
              </a:cxn>
              <a:cxn ang="f31">
                <a:pos x="f57" y="f58"/>
              </a:cxn>
              <a:cxn ang="f31">
                <a:pos x="f59" y="f60"/>
              </a:cxn>
              <a:cxn ang="f31">
                <a:pos x="f61" y="f62"/>
              </a:cxn>
              <a:cxn ang="f31">
                <a:pos x="f63" y="f62"/>
              </a:cxn>
              <a:cxn ang="f31">
                <a:pos x="f64" y="f62"/>
              </a:cxn>
              <a:cxn ang="f31">
                <a:pos x="f64" y="f65"/>
              </a:cxn>
              <a:cxn ang="f31">
                <a:pos x="f52" y="f53"/>
              </a:cxn>
            </a:cxnLst>
            <a:rect l="f48" t="f51" r="f49" b="f50"/>
            <a:pathLst>
              <a:path w="1244009" h="1244009">
                <a:moveTo>
                  <a:pt x="f7" y="f5"/>
                </a:moveTo>
                <a:lnTo>
                  <a:pt x="f6" y="f5"/>
                </a:lnTo>
                <a:lnTo>
                  <a:pt x="f6" y="f8"/>
                </a:lnTo>
                <a:lnTo>
                  <a:pt x="f6" y="f9"/>
                </a:lnTo>
                <a:lnTo>
                  <a:pt x="f10" y="f11"/>
                </a:lnTo>
                <a:cubicBezTo>
                  <a:pt x="f12" y="f13"/>
                  <a:pt x="f13" y="f12"/>
                  <a:pt x="f11" y="f10"/>
                </a:cubicBezTo>
                <a:lnTo>
                  <a:pt x="f9" y="f6"/>
                </a:lnTo>
                <a:lnTo>
                  <a:pt x="f8" y="f6"/>
                </a:lnTo>
                <a:lnTo>
                  <a:pt x="f5" y="f6"/>
                </a:lnTo>
                <a:lnTo>
                  <a:pt x="f5" y="f7"/>
                </a:lnTo>
                <a:cubicBezTo>
                  <a:pt x="f5" y="f14"/>
                  <a:pt x="f14" y="f5"/>
                  <a:pt x="f7" y="f5"/>
                </a:cubicBezTo>
                <a:close/>
              </a:path>
            </a:pathLst>
          </a:custGeom>
          <a:solidFill>
            <a:srgbClr val="6694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6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0" name="Freeform: Shape35">
            <a:extLst>
              <a:ext uri="{FF2B5EF4-FFF2-40B4-BE49-F238E27FC236}">
                <a16:creationId xmlns:a16="http://schemas.microsoft.com/office/drawing/2014/main" id="{9E1DAAEB-7C0E-4A10-C0EF-A9B6A3222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258" y="3984397"/>
            <a:ext cx="1025764" cy="10257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8607"/>
              <a:gd name="f7" fmla="val 808608"/>
              <a:gd name="f8" fmla="val 404303"/>
              <a:gd name="f9" fmla="val 404313"/>
              <a:gd name="f10" fmla="val 1"/>
              <a:gd name="f11" fmla="val 525608"/>
              <a:gd name="f12" fmla="val 525619"/>
              <a:gd name="f13" fmla="val 525630"/>
              <a:gd name="f14" fmla="val 249843"/>
              <a:gd name="f15" fmla="val 404304"/>
              <a:gd name="f16" fmla="val 808604"/>
              <a:gd name="f17" fmla="val 404267"/>
              <a:gd name="f18" fmla="val 803948"/>
              <a:gd name="f19" fmla="val 342732"/>
              <a:gd name="f20" fmla="val 801197"/>
              <a:gd name="f21" fmla="val 330797"/>
              <a:gd name="f22" fmla="val 800393"/>
              <a:gd name="f23" fmla="val 322823"/>
              <a:gd name="f24" fmla="val 797874"/>
              <a:gd name="f25" fmla="val 314706"/>
              <a:gd name="f26" fmla="val 797654"/>
              <a:gd name="f27" fmla="val 315423"/>
              <a:gd name="f28" fmla="val 808606"/>
              <a:gd name="f29" fmla="val 627593"/>
              <a:gd name="f30" fmla="val 342601"/>
              <a:gd name="f31" fmla="val 802387"/>
              <a:gd name="f32" fmla="val 340020"/>
              <a:gd name="f33" fmla="val 803148"/>
              <a:gd name="f34" fmla="val 339484"/>
              <a:gd name="f35" fmla="val 803199"/>
              <a:gd name="f36" fmla="val 282999"/>
              <a:gd name="f37" fmla="val 282988"/>
              <a:gd name="f38" fmla="val 282978"/>
              <a:gd name="f39" fmla="val 539845"/>
              <a:gd name="f40" fmla="val 539835"/>
              <a:gd name="f41" fmla="val 539824"/>
              <a:gd name="f42" fmla="val 181013"/>
              <a:gd name="f43" fmla="+- 0 0 -90"/>
              <a:gd name="f44" fmla="*/ f3 1 808607"/>
              <a:gd name="f45" fmla="*/ f4 1 808608"/>
              <a:gd name="f46" fmla="val f5"/>
              <a:gd name="f47" fmla="val f6"/>
              <a:gd name="f48" fmla="val f7"/>
              <a:gd name="f49" fmla="*/ f43 f0 1"/>
              <a:gd name="f50" fmla="+- f48 0 f46"/>
              <a:gd name="f51" fmla="+- f47 0 f46"/>
              <a:gd name="f52" fmla="*/ f49 1 f2"/>
              <a:gd name="f53" fmla="*/ f51 1 808607"/>
              <a:gd name="f54" fmla="*/ f50 1 808608"/>
              <a:gd name="f55" fmla="*/ 404303 f51 1"/>
              <a:gd name="f56" fmla="*/ 0 f50 1"/>
              <a:gd name="f57" fmla="*/ 404313 f51 1"/>
              <a:gd name="f58" fmla="*/ 1 f50 1"/>
              <a:gd name="f59" fmla="*/ 525608 f51 1"/>
              <a:gd name="f60" fmla="*/ 525619 f51 1"/>
              <a:gd name="f61" fmla="*/ 525630 f51 1"/>
              <a:gd name="f62" fmla="*/ 808607 f51 1"/>
              <a:gd name="f63" fmla="*/ 249843 f50 1"/>
              <a:gd name="f64" fmla="*/ 404304 f50 1"/>
              <a:gd name="f65" fmla="*/ 808604 f51 1"/>
              <a:gd name="f66" fmla="*/ 404267 f50 1"/>
              <a:gd name="f67" fmla="*/ 803948 f51 1"/>
              <a:gd name="f68" fmla="*/ 342732 f50 1"/>
              <a:gd name="f69" fmla="*/ 801197 f51 1"/>
              <a:gd name="f70" fmla="*/ 330797 f50 1"/>
              <a:gd name="f71" fmla="*/ 800393 f51 1"/>
              <a:gd name="f72" fmla="*/ 322823 f50 1"/>
              <a:gd name="f73" fmla="*/ 797874 f51 1"/>
              <a:gd name="f74" fmla="*/ 314706 f50 1"/>
              <a:gd name="f75" fmla="*/ 797654 f51 1"/>
              <a:gd name="f76" fmla="*/ 315423 f50 1"/>
              <a:gd name="f77" fmla="*/ 808606 f51 1"/>
              <a:gd name="f78" fmla="*/ 404303 f50 1"/>
              <a:gd name="f79" fmla="*/ 808606 f50 1"/>
              <a:gd name="f80" fmla="*/ 404267 f51 1"/>
              <a:gd name="f81" fmla="*/ 808604 f50 1"/>
              <a:gd name="f82" fmla="*/ 342601 f51 1"/>
              <a:gd name="f83" fmla="*/ 802387 f50 1"/>
              <a:gd name="f84" fmla="*/ 340020 f51 1"/>
              <a:gd name="f85" fmla="*/ 803148 f50 1"/>
              <a:gd name="f86" fmla="*/ 339484 f51 1"/>
              <a:gd name="f87" fmla="*/ 803199 f50 1"/>
              <a:gd name="f88" fmla="*/ 342732 f51 1"/>
              <a:gd name="f89" fmla="*/ 803948 f50 1"/>
              <a:gd name="f90" fmla="*/ 404304 f51 1"/>
              <a:gd name="f91" fmla="*/ 808607 f50 1"/>
              <a:gd name="f92" fmla="*/ 282999 f51 1"/>
              <a:gd name="f93" fmla="*/ 282988 f51 1"/>
              <a:gd name="f94" fmla="*/ 808608 f50 1"/>
              <a:gd name="f95" fmla="*/ 282978 f51 1"/>
              <a:gd name="f96" fmla="*/ 1 f51 1"/>
              <a:gd name="f97" fmla="*/ 539845 f50 1"/>
              <a:gd name="f98" fmla="*/ 0 f51 1"/>
              <a:gd name="f99" fmla="*/ 539835 f50 1"/>
              <a:gd name="f100" fmla="*/ 539824 f50 1"/>
              <a:gd name="f101" fmla="*/ 404313 f50 1"/>
              <a:gd name="f102" fmla="+- f52 0 f1"/>
              <a:gd name="f103" fmla="*/ f55 1 808607"/>
              <a:gd name="f104" fmla="*/ f56 1 808608"/>
              <a:gd name="f105" fmla="*/ f57 1 808607"/>
              <a:gd name="f106" fmla="*/ f58 1 808608"/>
              <a:gd name="f107" fmla="*/ f59 1 808607"/>
              <a:gd name="f108" fmla="*/ f60 1 808607"/>
              <a:gd name="f109" fmla="*/ f61 1 808607"/>
              <a:gd name="f110" fmla="*/ f62 1 808607"/>
              <a:gd name="f111" fmla="*/ f63 1 808608"/>
              <a:gd name="f112" fmla="*/ f64 1 808608"/>
              <a:gd name="f113" fmla="*/ f65 1 808607"/>
              <a:gd name="f114" fmla="*/ f66 1 808608"/>
              <a:gd name="f115" fmla="*/ f67 1 808607"/>
              <a:gd name="f116" fmla="*/ f68 1 808608"/>
              <a:gd name="f117" fmla="*/ f69 1 808607"/>
              <a:gd name="f118" fmla="*/ f70 1 808608"/>
              <a:gd name="f119" fmla="*/ f71 1 808607"/>
              <a:gd name="f120" fmla="*/ f72 1 808608"/>
              <a:gd name="f121" fmla="*/ f73 1 808607"/>
              <a:gd name="f122" fmla="*/ f74 1 808608"/>
              <a:gd name="f123" fmla="*/ f75 1 808607"/>
              <a:gd name="f124" fmla="*/ f76 1 808608"/>
              <a:gd name="f125" fmla="*/ f77 1 808607"/>
              <a:gd name="f126" fmla="*/ f78 1 808608"/>
              <a:gd name="f127" fmla="*/ f79 1 808608"/>
              <a:gd name="f128" fmla="*/ f80 1 808607"/>
              <a:gd name="f129" fmla="*/ f81 1 808608"/>
              <a:gd name="f130" fmla="*/ f82 1 808607"/>
              <a:gd name="f131" fmla="*/ f83 1 808608"/>
              <a:gd name="f132" fmla="*/ f84 1 808607"/>
              <a:gd name="f133" fmla="*/ f85 1 808608"/>
              <a:gd name="f134" fmla="*/ f86 1 808607"/>
              <a:gd name="f135" fmla="*/ f87 1 808608"/>
              <a:gd name="f136" fmla="*/ f88 1 808607"/>
              <a:gd name="f137" fmla="*/ f89 1 808608"/>
              <a:gd name="f138" fmla="*/ f90 1 808607"/>
              <a:gd name="f139" fmla="*/ f91 1 808608"/>
              <a:gd name="f140" fmla="*/ f92 1 808607"/>
              <a:gd name="f141" fmla="*/ f93 1 808607"/>
              <a:gd name="f142" fmla="*/ f94 1 808608"/>
              <a:gd name="f143" fmla="*/ f95 1 808607"/>
              <a:gd name="f144" fmla="*/ f96 1 808607"/>
              <a:gd name="f145" fmla="*/ f97 1 808608"/>
              <a:gd name="f146" fmla="*/ f98 1 808607"/>
              <a:gd name="f147" fmla="*/ f99 1 808608"/>
              <a:gd name="f148" fmla="*/ f100 1 808608"/>
              <a:gd name="f149" fmla="*/ f101 1 808608"/>
              <a:gd name="f150" fmla="*/ f46 1 f53"/>
              <a:gd name="f151" fmla="*/ f47 1 f53"/>
              <a:gd name="f152" fmla="*/ f46 1 f54"/>
              <a:gd name="f153" fmla="*/ f48 1 f54"/>
              <a:gd name="f154" fmla="*/ f103 1 f53"/>
              <a:gd name="f155" fmla="*/ f104 1 f54"/>
              <a:gd name="f156" fmla="*/ f105 1 f53"/>
              <a:gd name="f157" fmla="*/ f106 1 f54"/>
              <a:gd name="f158" fmla="*/ f107 1 f53"/>
              <a:gd name="f159" fmla="*/ f108 1 f53"/>
              <a:gd name="f160" fmla="*/ f109 1 f53"/>
              <a:gd name="f161" fmla="*/ f110 1 f53"/>
              <a:gd name="f162" fmla="*/ f111 1 f54"/>
              <a:gd name="f163" fmla="*/ f112 1 f54"/>
              <a:gd name="f164" fmla="*/ f113 1 f53"/>
              <a:gd name="f165" fmla="*/ f114 1 f54"/>
              <a:gd name="f166" fmla="*/ f115 1 f53"/>
              <a:gd name="f167" fmla="*/ f116 1 f54"/>
              <a:gd name="f168" fmla="*/ f117 1 f53"/>
              <a:gd name="f169" fmla="*/ f118 1 f54"/>
              <a:gd name="f170" fmla="*/ f119 1 f53"/>
              <a:gd name="f171" fmla="*/ f120 1 f54"/>
              <a:gd name="f172" fmla="*/ f121 1 f53"/>
              <a:gd name="f173" fmla="*/ f122 1 f54"/>
              <a:gd name="f174" fmla="*/ f123 1 f53"/>
              <a:gd name="f175" fmla="*/ f124 1 f54"/>
              <a:gd name="f176" fmla="*/ f125 1 f53"/>
              <a:gd name="f177" fmla="*/ f126 1 f54"/>
              <a:gd name="f178" fmla="*/ f127 1 f54"/>
              <a:gd name="f179" fmla="*/ f128 1 f53"/>
              <a:gd name="f180" fmla="*/ f129 1 f54"/>
              <a:gd name="f181" fmla="*/ f130 1 f53"/>
              <a:gd name="f182" fmla="*/ f131 1 f54"/>
              <a:gd name="f183" fmla="*/ f132 1 f53"/>
              <a:gd name="f184" fmla="*/ f133 1 f54"/>
              <a:gd name="f185" fmla="*/ f134 1 f53"/>
              <a:gd name="f186" fmla="*/ f135 1 f54"/>
              <a:gd name="f187" fmla="*/ f136 1 f53"/>
              <a:gd name="f188" fmla="*/ f137 1 f54"/>
              <a:gd name="f189" fmla="*/ f138 1 f53"/>
              <a:gd name="f190" fmla="*/ f139 1 f54"/>
              <a:gd name="f191" fmla="*/ f140 1 f53"/>
              <a:gd name="f192" fmla="*/ f141 1 f53"/>
              <a:gd name="f193" fmla="*/ f142 1 f54"/>
              <a:gd name="f194" fmla="*/ f143 1 f53"/>
              <a:gd name="f195" fmla="*/ f144 1 f53"/>
              <a:gd name="f196" fmla="*/ f145 1 f54"/>
              <a:gd name="f197" fmla="*/ f146 1 f53"/>
              <a:gd name="f198" fmla="*/ f147 1 f54"/>
              <a:gd name="f199" fmla="*/ f148 1 f54"/>
              <a:gd name="f200" fmla="*/ f149 1 f54"/>
              <a:gd name="f201" fmla="*/ f150 f44 1"/>
              <a:gd name="f202" fmla="*/ f151 f44 1"/>
              <a:gd name="f203" fmla="*/ f153 f45 1"/>
              <a:gd name="f204" fmla="*/ f152 f45 1"/>
              <a:gd name="f205" fmla="*/ f154 f44 1"/>
              <a:gd name="f206" fmla="*/ f155 f45 1"/>
              <a:gd name="f207" fmla="*/ f156 f44 1"/>
              <a:gd name="f208" fmla="*/ f157 f45 1"/>
              <a:gd name="f209" fmla="*/ f158 f44 1"/>
              <a:gd name="f210" fmla="*/ f159 f44 1"/>
              <a:gd name="f211" fmla="*/ f160 f44 1"/>
              <a:gd name="f212" fmla="*/ f161 f44 1"/>
              <a:gd name="f213" fmla="*/ f162 f45 1"/>
              <a:gd name="f214" fmla="*/ f163 f45 1"/>
              <a:gd name="f215" fmla="*/ f164 f44 1"/>
              <a:gd name="f216" fmla="*/ f165 f45 1"/>
              <a:gd name="f217" fmla="*/ f166 f44 1"/>
              <a:gd name="f218" fmla="*/ f167 f45 1"/>
              <a:gd name="f219" fmla="*/ f168 f44 1"/>
              <a:gd name="f220" fmla="*/ f169 f45 1"/>
              <a:gd name="f221" fmla="*/ f170 f44 1"/>
              <a:gd name="f222" fmla="*/ f171 f45 1"/>
              <a:gd name="f223" fmla="*/ f172 f44 1"/>
              <a:gd name="f224" fmla="*/ f173 f45 1"/>
              <a:gd name="f225" fmla="*/ f174 f44 1"/>
              <a:gd name="f226" fmla="*/ f175 f45 1"/>
              <a:gd name="f227" fmla="*/ f176 f44 1"/>
              <a:gd name="f228" fmla="*/ f177 f45 1"/>
              <a:gd name="f229" fmla="*/ f178 f45 1"/>
              <a:gd name="f230" fmla="*/ f179 f44 1"/>
              <a:gd name="f231" fmla="*/ f180 f45 1"/>
              <a:gd name="f232" fmla="*/ f181 f44 1"/>
              <a:gd name="f233" fmla="*/ f182 f45 1"/>
              <a:gd name="f234" fmla="*/ f183 f44 1"/>
              <a:gd name="f235" fmla="*/ f184 f45 1"/>
              <a:gd name="f236" fmla="*/ f185 f44 1"/>
              <a:gd name="f237" fmla="*/ f186 f45 1"/>
              <a:gd name="f238" fmla="*/ f187 f44 1"/>
              <a:gd name="f239" fmla="*/ f188 f45 1"/>
              <a:gd name="f240" fmla="*/ f189 f44 1"/>
              <a:gd name="f241" fmla="*/ f190 f45 1"/>
              <a:gd name="f242" fmla="*/ f191 f44 1"/>
              <a:gd name="f243" fmla="*/ f192 f44 1"/>
              <a:gd name="f244" fmla="*/ f193 f45 1"/>
              <a:gd name="f245" fmla="*/ f194 f44 1"/>
              <a:gd name="f246" fmla="*/ f195 f44 1"/>
              <a:gd name="f247" fmla="*/ f196 f45 1"/>
              <a:gd name="f248" fmla="*/ f197 f44 1"/>
              <a:gd name="f249" fmla="*/ f198 f45 1"/>
              <a:gd name="f250" fmla="*/ f199 f45 1"/>
              <a:gd name="f251" fmla="*/ f200 f4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02">
                <a:pos x="f205" y="f206"/>
              </a:cxn>
              <a:cxn ang="f102">
                <a:pos x="f207" y="f208"/>
              </a:cxn>
              <a:cxn ang="f102">
                <a:pos x="f209" y="f208"/>
              </a:cxn>
              <a:cxn ang="f102">
                <a:pos x="f210" y="f206"/>
              </a:cxn>
              <a:cxn ang="f102">
                <a:pos x="f211" y="f208"/>
              </a:cxn>
              <a:cxn ang="f102">
                <a:pos x="f212" y="f208"/>
              </a:cxn>
              <a:cxn ang="f102">
                <a:pos x="f212" y="f213"/>
              </a:cxn>
              <a:cxn ang="f102">
                <a:pos x="f212" y="f214"/>
              </a:cxn>
              <a:cxn ang="f102">
                <a:pos x="f215" y="f216"/>
              </a:cxn>
              <a:cxn ang="f102">
                <a:pos x="f217" y="f218"/>
              </a:cxn>
              <a:cxn ang="f102">
                <a:pos x="f219" y="f220"/>
              </a:cxn>
              <a:cxn ang="f102">
                <a:pos x="f221" y="f222"/>
              </a:cxn>
              <a:cxn ang="f102">
                <a:pos x="f223" y="f224"/>
              </a:cxn>
              <a:cxn ang="f102">
                <a:pos x="f225" y="f226"/>
              </a:cxn>
              <a:cxn ang="f102">
                <a:pos x="f219" y="f220"/>
              </a:cxn>
              <a:cxn ang="f102">
                <a:pos x="f215" y="f216"/>
              </a:cxn>
              <a:cxn ang="f102">
                <a:pos x="f227" y="f228"/>
              </a:cxn>
              <a:cxn ang="f102">
                <a:pos x="f205" y="f229"/>
              </a:cxn>
              <a:cxn ang="f102">
                <a:pos x="f230" y="f231"/>
              </a:cxn>
              <a:cxn ang="f102">
                <a:pos x="f232" y="f233"/>
              </a:cxn>
              <a:cxn ang="f102">
                <a:pos x="f234" y="f235"/>
              </a:cxn>
              <a:cxn ang="f102">
                <a:pos x="f236" y="f237"/>
              </a:cxn>
              <a:cxn ang="f102">
                <a:pos x="f238" y="f239"/>
              </a:cxn>
              <a:cxn ang="f102">
                <a:pos x="f230" y="f231"/>
              </a:cxn>
              <a:cxn ang="f102">
                <a:pos x="f240" y="f241"/>
              </a:cxn>
              <a:cxn ang="f102">
                <a:pos x="f242" y="f241"/>
              </a:cxn>
              <a:cxn ang="f102">
                <a:pos x="f243" y="f244"/>
              </a:cxn>
              <a:cxn ang="f102">
                <a:pos x="f245" y="f241"/>
              </a:cxn>
              <a:cxn ang="f102">
                <a:pos x="f246" y="f241"/>
              </a:cxn>
              <a:cxn ang="f102">
                <a:pos x="f246" y="f247"/>
              </a:cxn>
              <a:cxn ang="f102">
                <a:pos x="f248" y="f249"/>
              </a:cxn>
              <a:cxn ang="f102">
                <a:pos x="f246" y="f250"/>
              </a:cxn>
              <a:cxn ang="f102">
                <a:pos x="f246" y="f251"/>
              </a:cxn>
              <a:cxn ang="f102">
                <a:pos x="f248" y="f228"/>
              </a:cxn>
              <a:cxn ang="f102">
                <a:pos x="f205" y="f206"/>
              </a:cxn>
            </a:cxnLst>
            <a:rect l="f201" t="f204" r="f202" b="f203"/>
            <a:pathLst>
              <a:path w="808607" h="808608">
                <a:moveTo>
                  <a:pt x="f8" y="f5"/>
                </a:moveTo>
                <a:lnTo>
                  <a:pt x="f9" y="f10"/>
                </a:lnTo>
                <a:lnTo>
                  <a:pt x="f11" y="f10"/>
                </a:lnTo>
                <a:lnTo>
                  <a:pt x="f12" y="f5"/>
                </a:lnTo>
                <a:lnTo>
                  <a:pt x="f13" y="f10"/>
                </a:lnTo>
                <a:lnTo>
                  <a:pt x="f6" y="f10"/>
                </a:lnTo>
                <a:lnTo>
                  <a:pt x="f6" y="f14"/>
                </a:lnTo>
                <a:lnTo>
                  <a:pt x="f6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0" y="f21"/>
                </a:lnTo>
                <a:lnTo>
                  <a:pt x="f16" y="f17"/>
                </a:lnTo>
                <a:lnTo>
                  <a:pt x="f28" y="f8"/>
                </a:lnTo>
                <a:cubicBezTo>
                  <a:pt x="f28" y="f29"/>
                  <a:pt x="f29" y="f28"/>
                  <a:pt x="f8" y="f28"/>
                </a:cubicBezTo>
                <a:lnTo>
                  <a:pt x="f17" y="f16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19" y="f18"/>
                </a:lnTo>
                <a:lnTo>
                  <a:pt x="f17" y="f16"/>
                </a:lnTo>
                <a:lnTo>
                  <a:pt x="f15" y="f6"/>
                </a:lnTo>
                <a:lnTo>
                  <a:pt x="f36" y="f6"/>
                </a:lnTo>
                <a:lnTo>
                  <a:pt x="f37" y="f7"/>
                </a:lnTo>
                <a:lnTo>
                  <a:pt x="f38" y="f6"/>
                </a:lnTo>
                <a:lnTo>
                  <a:pt x="f10" y="f6"/>
                </a:lnTo>
                <a:lnTo>
                  <a:pt x="f10" y="f39"/>
                </a:lnTo>
                <a:lnTo>
                  <a:pt x="f5" y="f40"/>
                </a:lnTo>
                <a:lnTo>
                  <a:pt x="f10" y="f41"/>
                </a:lnTo>
                <a:lnTo>
                  <a:pt x="f10" y="f9"/>
                </a:lnTo>
                <a:lnTo>
                  <a:pt x="f5" y="f8"/>
                </a:lnTo>
                <a:cubicBezTo>
                  <a:pt x="f5" y="f42"/>
                  <a:pt x="f42" y="f5"/>
                  <a:pt x="f8" y="f5"/>
                </a:cubicBezTo>
                <a:close/>
              </a:path>
            </a:pathLst>
          </a:custGeom>
          <a:solidFill>
            <a:srgbClr val="6694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6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4F483A43-F387-F4E2-CF39-1CBE6D6D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3" y="2726301"/>
            <a:ext cx="1025764" cy="10257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44009"/>
              <a:gd name="f7" fmla="val 622005"/>
              <a:gd name="f8" fmla="val 621995"/>
              <a:gd name="f9" fmla="val 622015"/>
              <a:gd name="f10" fmla="val 1231373"/>
              <a:gd name="f11" fmla="val 747361"/>
              <a:gd name="f12" fmla="val 1181659"/>
              <a:gd name="f13" fmla="val 990307"/>
              <a:gd name="f14" fmla="val 278481"/>
              <a:gd name="f15" fmla="+- 0 0 -90"/>
              <a:gd name="f16" fmla="*/ f3 1 1244009"/>
              <a:gd name="f17" fmla="*/ f4 1 1244009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1244009"/>
              <a:gd name="f24" fmla="*/ 622005 f21 1"/>
              <a:gd name="f25" fmla="*/ 0 f21 1"/>
              <a:gd name="f26" fmla="*/ 1244009 f21 1"/>
              <a:gd name="f27" fmla="*/ 621995 f21 1"/>
              <a:gd name="f28" fmla="*/ 622015 f21 1"/>
              <a:gd name="f29" fmla="*/ 1231373 f21 1"/>
              <a:gd name="f30" fmla="*/ 747361 f21 1"/>
              <a:gd name="f31" fmla="+- f22 0 f1"/>
              <a:gd name="f32" fmla="*/ f24 1 1244009"/>
              <a:gd name="f33" fmla="*/ f25 1 1244009"/>
              <a:gd name="f34" fmla="*/ f26 1 1244009"/>
              <a:gd name="f35" fmla="*/ f27 1 1244009"/>
              <a:gd name="f36" fmla="*/ f28 1 1244009"/>
              <a:gd name="f37" fmla="*/ f29 1 1244009"/>
              <a:gd name="f38" fmla="*/ f30 1 1244009"/>
              <a:gd name="f39" fmla="*/ f18 1 f23"/>
              <a:gd name="f40" fmla="*/ f19 1 f23"/>
              <a:gd name="f41" fmla="*/ f32 1 f23"/>
              <a:gd name="f42" fmla="*/ f33 1 f23"/>
              <a:gd name="f43" fmla="*/ f34 1 f23"/>
              <a:gd name="f44" fmla="*/ f35 1 f23"/>
              <a:gd name="f45" fmla="*/ f36 1 f23"/>
              <a:gd name="f46" fmla="*/ f37 1 f23"/>
              <a:gd name="f47" fmla="*/ f38 1 f23"/>
              <a:gd name="f48" fmla="*/ f39 f16 1"/>
              <a:gd name="f49" fmla="*/ f40 f16 1"/>
              <a:gd name="f50" fmla="*/ f40 f17 1"/>
              <a:gd name="f51" fmla="*/ f39 f17 1"/>
              <a:gd name="f52" fmla="*/ f41 f16 1"/>
              <a:gd name="f53" fmla="*/ f42 f17 1"/>
              <a:gd name="f54" fmla="*/ f43 f16 1"/>
              <a:gd name="f55" fmla="*/ f44 f17 1"/>
              <a:gd name="f56" fmla="*/ f45 f17 1"/>
              <a:gd name="f57" fmla="*/ f46 f16 1"/>
              <a:gd name="f58" fmla="*/ f47 f17 1"/>
              <a:gd name="f59" fmla="*/ f47 f16 1"/>
              <a:gd name="f60" fmla="*/ f46 f17 1"/>
              <a:gd name="f61" fmla="*/ f45 f16 1"/>
              <a:gd name="f62" fmla="*/ f43 f17 1"/>
              <a:gd name="f63" fmla="*/ f44 f16 1"/>
              <a:gd name="f64" fmla="*/ f42 f16 1"/>
              <a:gd name="f65" fmla="*/ f41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52" y="f53"/>
              </a:cxn>
              <a:cxn ang="f31">
                <a:pos x="f54" y="f53"/>
              </a:cxn>
              <a:cxn ang="f31">
                <a:pos x="f54" y="f55"/>
              </a:cxn>
              <a:cxn ang="f31">
                <a:pos x="f54" y="f56"/>
              </a:cxn>
              <a:cxn ang="f31">
                <a:pos x="f57" y="f58"/>
              </a:cxn>
              <a:cxn ang="f31">
                <a:pos x="f59" y="f60"/>
              </a:cxn>
              <a:cxn ang="f31">
                <a:pos x="f61" y="f62"/>
              </a:cxn>
              <a:cxn ang="f31">
                <a:pos x="f63" y="f62"/>
              </a:cxn>
              <a:cxn ang="f31">
                <a:pos x="f64" y="f62"/>
              </a:cxn>
              <a:cxn ang="f31">
                <a:pos x="f64" y="f65"/>
              </a:cxn>
              <a:cxn ang="f31">
                <a:pos x="f52" y="f53"/>
              </a:cxn>
            </a:cxnLst>
            <a:rect l="f48" t="f51" r="f49" b="f50"/>
            <a:pathLst>
              <a:path w="1244009" h="1244009">
                <a:moveTo>
                  <a:pt x="f7" y="f5"/>
                </a:moveTo>
                <a:lnTo>
                  <a:pt x="f6" y="f5"/>
                </a:lnTo>
                <a:lnTo>
                  <a:pt x="f6" y="f8"/>
                </a:lnTo>
                <a:lnTo>
                  <a:pt x="f6" y="f9"/>
                </a:lnTo>
                <a:lnTo>
                  <a:pt x="f10" y="f11"/>
                </a:lnTo>
                <a:cubicBezTo>
                  <a:pt x="f12" y="f13"/>
                  <a:pt x="f13" y="f12"/>
                  <a:pt x="f11" y="f10"/>
                </a:cubicBezTo>
                <a:lnTo>
                  <a:pt x="f9" y="f6"/>
                </a:lnTo>
                <a:lnTo>
                  <a:pt x="f8" y="f6"/>
                </a:lnTo>
                <a:lnTo>
                  <a:pt x="f5" y="f6"/>
                </a:lnTo>
                <a:lnTo>
                  <a:pt x="f5" y="f7"/>
                </a:lnTo>
                <a:cubicBezTo>
                  <a:pt x="f5" y="f14"/>
                  <a:pt x="f14" y="f5"/>
                  <a:pt x="f7" y="f5"/>
                </a:cubicBezTo>
                <a:close/>
              </a:path>
            </a:pathLst>
          </a:custGeom>
          <a:solidFill>
            <a:srgbClr val="6694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6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2" name="Freeform: Shape 31">
            <a:extLst>
              <a:ext uri="{FF2B5EF4-FFF2-40B4-BE49-F238E27FC236}">
                <a16:creationId xmlns:a16="http://schemas.microsoft.com/office/drawing/2014/main" id="{E749BCF2-6067-DFB7-DD80-B201434BB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3" y="3984397"/>
            <a:ext cx="1025764" cy="10257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8607"/>
              <a:gd name="f7" fmla="val 404304"/>
              <a:gd name="f8" fmla="val 627594"/>
              <a:gd name="f9" fmla="val 404303"/>
              <a:gd name="f10" fmla="val 627593"/>
              <a:gd name="f11" fmla="val 808606"/>
              <a:gd name="f12" fmla="val 181013"/>
              <a:gd name="f13" fmla="val 1"/>
              <a:gd name="f14" fmla="val 404293"/>
              <a:gd name="f15" fmla="+- 0 0 -90"/>
              <a:gd name="f16" fmla="*/ f3 1 808607"/>
              <a:gd name="f17" fmla="*/ f4 1 808607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8607"/>
              <a:gd name="f24" fmla="*/ 808607 f21 1"/>
              <a:gd name="f25" fmla="*/ 404304 f21 1"/>
              <a:gd name="f26" fmla="*/ 404303 f21 1"/>
              <a:gd name="f27" fmla="*/ 0 f21 1"/>
              <a:gd name="f28" fmla="*/ 808606 f21 1"/>
              <a:gd name="f29" fmla="*/ 1 f21 1"/>
              <a:gd name="f30" fmla="*/ 404293 f21 1"/>
              <a:gd name="f31" fmla="+- f22 0 f1"/>
              <a:gd name="f32" fmla="*/ f24 1 808607"/>
              <a:gd name="f33" fmla="*/ f25 1 808607"/>
              <a:gd name="f34" fmla="*/ f26 1 808607"/>
              <a:gd name="f35" fmla="*/ f27 1 808607"/>
              <a:gd name="f36" fmla="*/ f28 1 808607"/>
              <a:gd name="f37" fmla="*/ f29 1 808607"/>
              <a:gd name="f38" fmla="*/ f30 1 808607"/>
              <a:gd name="f39" fmla="*/ f18 1 f23"/>
              <a:gd name="f40" fmla="*/ f19 1 f23"/>
              <a:gd name="f41" fmla="*/ f32 1 f23"/>
              <a:gd name="f42" fmla="*/ f33 1 f23"/>
              <a:gd name="f43" fmla="*/ f34 1 f23"/>
              <a:gd name="f44" fmla="*/ f35 1 f23"/>
              <a:gd name="f45" fmla="*/ f36 1 f23"/>
              <a:gd name="f46" fmla="*/ f37 1 f23"/>
              <a:gd name="f47" fmla="*/ f38 1 f23"/>
              <a:gd name="f48" fmla="*/ f39 f16 1"/>
              <a:gd name="f49" fmla="*/ f40 f16 1"/>
              <a:gd name="f50" fmla="*/ f40 f17 1"/>
              <a:gd name="f51" fmla="*/ f39 f17 1"/>
              <a:gd name="f52" fmla="*/ f41 f16 1"/>
              <a:gd name="f53" fmla="*/ f42 f17 1"/>
              <a:gd name="f54" fmla="*/ f41 f17 1"/>
              <a:gd name="f55" fmla="*/ f42 f16 1"/>
              <a:gd name="f56" fmla="*/ f43 f16 1"/>
              <a:gd name="f57" fmla="*/ f44 f17 1"/>
              <a:gd name="f58" fmla="*/ f45 f16 1"/>
              <a:gd name="f59" fmla="*/ f43 f17 1"/>
              <a:gd name="f60" fmla="*/ f45 f17 1"/>
              <a:gd name="f61" fmla="*/ f44 f16 1"/>
              <a:gd name="f62" fmla="*/ f46 f16 1"/>
              <a:gd name="f63" fmla="*/ f47 f17 1"/>
              <a:gd name="f64" fmla="*/ f46 f17 1"/>
              <a:gd name="f65" fmla="*/ f4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52" y="f53"/>
              </a:cxn>
              <a:cxn ang="f31">
                <a:pos x="f52" y="f54"/>
              </a:cxn>
              <a:cxn ang="f31">
                <a:pos x="f55" y="f54"/>
              </a:cxn>
              <a:cxn ang="f31">
                <a:pos x="f52" y="f53"/>
              </a:cxn>
              <a:cxn ang="f31">
                <a:pos x="f56" y="f57"/>
              </a:cxn>
              <a:cxn ang="f31">
                <a:pos x="f58" y="f59"/>
              </a:cxn>
              <a:cxn ang="f31">
                <a:pos x="f56" y="f60"/>
              </a:cxn>
              <a:cxn ang="f31">
                <a:pos x="f61" y="f59"/>
              </a:cxn>
              <a:cxn ang="f31">
                <a:pos x="f62" y="f63"/>
              </a:cxn>
              <a:cxn ang="f31">
                <a:pos x="f62" y="f64"/>
              </a:cxn>
              <a:cxn ang="f31">
                <a:pos x="f65" y="f64"/>
              </a:cxn>
            </a:cxnLst>
            <a:rect l="f48" t="f51" r="f49" b="f50"/>
            <a:pathLst>
              <a:path w="808607" h="808607">
                <a:moveTo>
                  <a:pt x="f6" y="f7"/>
                </a:moveTo>
                <a:lnTo>
                  <a:pt x="f6" y="f6"/>
                </a:lnTo>
                <a:lnTo>
                  <a:pt x="f7" y="f6"/>
                </a:lnTo>
                <a:cubicBezTo>
                  <a:pt x="f8" y="f6"/>
                  <a:pt x="f6" y="f8"/>
                  <a:pt x="f6" y="f7"/>
                </a:cubicBezTo>
                <a:close/>
                <a:moveTo>
                  <a:pt x="f9" y="f5"/>
                </a:moveTo>
                <a:cubicBezTo>
                  <a:pt x="f10" y="f5"/>
                  <a:pt x="f11" y="f12"/>
                  <a:pt x="f11" y="f9"/>
                </a:cubicBezTo>
                <a:cubicBezTo>
                  <a:pt x="f11" y="f10"/>
                  <a:pt x="f10" y="f11"/>
                  <a:pt x="f9" y="f11"/>
                </a:cubicBezTo>
                <a:cubicBezTo>
                  <a:pt x="f12" y="f11"/>
                  <a:pt x="f5" y="f10"/>
                  <a:pt x="f5" y="f9"/>
                </a:cubicBezTo>
                <a:lnTo>
                  <a:pt x="f13" y="f14"/>
                </a:lnTo>
                <a:lnTo>
                  <a:pt x="f13" y="f13"/>
                </a:lnTo>
                <a:lnTo>
                  <a:pt x="f14" y="f13"/>
                </a:lnTo>
                <a:close/>
              </a:path>
            </a:pathLst>
          </a:custGeom>
          <a:solidFill>
            <a:srgbClr val="6694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6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F0AA6F-87F9-75A4-26B4-7A30B5FDB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D6E7E34F-B0FD-7D88-BD52-62EEFB3405A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8023" y="3057470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60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56">
            <a:extLst>
              <a:ext uri="{FF2B5EF4-FFF2-40B4-BE49-F238E27FC236}">
                <a16:creationId xmlns:a16="http://schemas.microsoft.com/office/drawing/2014/main" id="{7BAF81E4-8745-2658-D36B-CC9A3B2CEE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5195" y="2350264"/>
            <a:ext cx="3827477" cy="61914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5A7D118-CD9B-2C11-6E40-8936726B79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5195" y="3167179"/>
            <a:ext cx="3827477" cy="537145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6">
            <a:extLst>
              <a:ext uri="{FF2B5EF4-FFF2-40B4-BE49-F238E27FC236}">
                <a16:creationId xmlns:a16="http://schemas.microsoft.com/office/drawing/2014/main" id="{3A18EBC5-A7F6-A17C-5FED-1CBC8A099B6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71739" y="3057470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600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56">
            <a:extLst>
              <a:ext uri="{FF2B5EF4-FFF2-40B4-BE49-F238E27FC236}">
                <a16:creationId xmlns:a16="http://schemas.microsoft.com/office/drawing/2014/main" id="{8C558854-1CD9-4021-8B11-41668C90E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9323" y="2350264"/>
            <a:ext cx="382747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18E22AB-BABB-17D5-97FE-A4D1F2FF14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9323" y="3167179"/>
            <a:ext cx="3827477" cy="53714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92EA7465-8271-E4F9-F686-9798D43934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8023" y="4315565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600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89948BA3-5C63-0CAC-34C0-27D3ADAF94A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5195" y="4087733"/>
            <a:ext cx="3827477" cy="61914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C7C11F6-20A0-9F82-C2C7-5304306725F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5195" y="4904649"/>
            <a:ext cx="3827477" cy="537145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2F9C1A02-2ADD-2967-A839-39EF5EC947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71739" y="4315565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600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56">
            <a:extLst>
              <a:ext uri="{FF2B5EF4-FFF2-40B4-BE49-F238E27FC236}">
                <a16:creationId xmlns:a16="http://schemas.microsoft.com/office/drawing/2014/main" id="{CA8CBE5E-A0F0-E9D9-E7BC-81BCAE32A8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9323" y="4087733"/>
            <a:ext cx="382747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E4B2F85-878B-C436-A541-ECB3C512D5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9323" y="4904649"/>
            <a:ext cx="3827477" cy="53714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DE2F453E-54F9-C564-369E-3683118ECAF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FB22ADB5-37B7-4E02-8203-08192B8FC31C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70B7B4B2-2FBA-79E3-AA19-E4FE70BEEB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24AF5707-B327-D4B8-9561-7A8A88BC5B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9C6A1D-C3C3-43BF-AB4B-76F14E2EFEA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2249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8FB1260-213C-A54A-9A29-934E9BC94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7A62A173-8285-0223-4F75-30163FB34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63EAF7D8-0A2E-1C38-D9A9-2E095D094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A95D6C56-86A9-ED77-9BE6-17547DB51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28EEB7EC-0BC2-1BFB-6E3E-1C622FADD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52BAA841-B088-7959-A488-047606F92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49657D98-525B-7A95-B680-7F7119BF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Freeform: Shape12">
            <a:extLst>
              <a:ext uri="{FF2B5EF4-FFF2-40B4-BE49-F238E27FC236}">
                <a16:creationId xmlns:a16="http://schemas.microsoft.com/office/drawing/2014/main" id="{B8EACE6F-EEAC-8AEF-87A5-07C24590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2259" y="1785256"/>
            <a:ext cx="2091187" cy="246580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14550"/>
              <a:gd name="f7" fmla="val 2493359"/>
              <a:gd name="f8" fmla="val 452438"/>
              <a:gd name="f9" fmla="val 702278"/>
              <a:gd name="f10" fmla="val 1911953"/>
              <a:gd name="f11" fmla="val 904875"/>
              <a:gd name="f12" fmla="val 1662113"/>
              <a:gd name="f13" fmla="val 1243870"/>
              <a:gd name="f14" fmla="val 1798796"/>
              <a:gd name="f15" fmla="val 941070"/>
              <a:gd name="f16" fmla="val 1927098"/>
              <a:gd name="f17" fmla="val 1004507"/>
              <a:gd name="f18" fmla="val 2037779"/>
              <a:gd name="f19" fmla="val 878681"/>
              <a:gd name="f20" fmla="val 1823752"/>
              <a:gd name="f21" fmla="val 603504"/>
              <a:gd name="f22" fmla="val 1750886"/>
              <a:gd name="f23" fmla="val 388144"/>
              <a:gd name="f24" fmla="val 1875282"/>
              <a:gd name="f25" fmla="val 171736"/>
              <a:gd name="f26" fmla="val 2000250"/>
              <a:gd name="f27" fmla="val 97536"/>
              <a:gd name="f28" fmla="val 2276951"/>
              <a:gd name="f29" fmla="val 222504"/>
              <a:gd name="f30" fmla="val 80963"/>
              <a:gd name="f31" fmla="val 2248853"/>
              <a:gd name="f32" fmla="val 1964912"/>
              <a:gd name="f33" fmla="val 744093"/>
              <a:gd name="f34" fmla="val 744188"/>
              <a:gd name="f35" fmla="val 202502"/>
              <a:gd name="f36" fmla="+- 0 0 -90"/>
              <a:gd name="f37" fmla="*/ f3 1 2114550"/>
              <a:gd name="f38" fmla="*/ f4 1 2493359"/>
              <a:gd name="f39" fmla="val f5"/>
              <a:gd name="f40" fmla="val f6"/>
              <a:gd name="f41" fmla="val f7"/>
              <a:gd name="f42" fmla="*/ f36 f0 1"/>
              <a:gd name="f43" fmla="+- f41 0 f39"/>
              <a:gd name="f44" fmla="+- f40 0 f39"/>
              <a:gd name="f45" fmla="*/ f42 1 f2"/>
              <a:gd name="f46" fmla="*/ f44 1 2114550"/>
              <a:gd name="f47" fmla="*/ f43 1 2493359"/>
              <a:gd name="f48" fmla="*/ 2114550 f44 1"/>
              <a:gd name="f49" fmla="*/ 452438 f43 1"/>
              <a:gd name="f50" fmla="*/ 1662113 f44 1"/>
              <a:gd name="f51" fmla="*/ 904875 f43 1"/>
              <a:gd name="f52" fmla="*/ 904875 f44 1"/>
              <a:gd name="f53" fmla="*/ 1662113 f43 1"/>
              <a:gd name="f54" fmla="*/ 1004507 f44 1"/>
              <a:gd name="f55" fmla="*/ 2037779 f43 1"/>
              <a:gd name="f56" fmla="*/ 388144 f44 1"/>
              <a:gd name="f57" fmla="*/ 1875282 f43 1"/>
              <a:gd name="f58" fmla="*/ 222504 f44 1"/>
              <a:gd name="f59" fmla="*/ 2493359 f43 1"/>
              <a:gd name="f60" fmla="*/ 0 f44 1"/>
              <a:gd name="f61" fmla="*/ 0 f43 1"/>
              <a:gd name="f62" fmla="+- f45 0 f1"/>
              <a:gd name="f63" fmla="*/ f48 1 2114550"/>
              <a:gd name="f64" fmla="*/ f49 1 2493359"/>
              <a:gd name="f65" fmla="*/ f50 1 2114550"/>
              <a:gd name="f66" fmla="*/ f51 1 2493359"/>
              <a:gd name="f67" fmla="*/ f52 1 2114550"/>
              <a:gd name="f68" fmla="*/ f53 1 2493359"/>
              <a:gd name="f69" fmla="*/ f54 1 2114550"/>
              <a:gd name="f70" fmla="*/ f55 1 2493359"/>
              <a:gd name="f71" fmla="*/ f56 1 2114550"/>
              <a:gd name="f72" fmla="*/ f57 1 2493359"/>
              <a:gd name="f73" fmla="*/ f58 1 2114550"/>
              <a:gd name="f74" fmla="*/ f59 1 2493359"/>
              <a:gd name="f75" fmla="*/ f60 1 2114550"/>
              <a:gd name="f76" fmla="*/ f61 1 2493359"/>
              <a:gd name="f77" fmla="*/ f39 1 f46"/>
              <a:gd name="f78" fmla="*/ f40 1 f46"/>
              <a:gd name="f79" fmla="*/ f39 1 f47"/>
              <a:gd name="f80" fmla="*/ f41 1 f47"/>
              <a:gd name="f81" fmla="*/ f63 1 f46"/>
              <a:gd name="f82" fmla="*/ f64 1 f47"/>
              <a:gd name="f83" fmla="*/ f65 1 f46"/>
              <a:gd name="f84" fmla="*/ f66 1 f47"/>
              <a:gd name="f85" fmla="*/ f67 1 f46"/>
              <a:gd name="f86" fmla="*/ f68 1 f47"/>
              <a:gd name="f87" fmla="*/ f69 1 f46"/>
              <a:gd name="f88" fmla="*/ f70 1 f47"/>
              <a:gd name="f89" fmla="*/ f71 1 f46"/>
              <a:gd name="f90" fmla="*/ f72 1 f47"/>
              <a:gd name="f91" fmla="*/ f73 1 f46"/>
              <a:gd name="f92" fmla="*/ f74 1 f47"/>
              <a:gd name="f93" fmla="*/ f75 1 f46"/>
              <a:gd name="f94" fmla="*/ f76 1 f47"/>
              <a:gd name="f95" fmla="*/ f77 f37 1"/>
              <a:gd name="f96" fmla="*/ f78 f37 1"/>
              <a:gd name="f97" fmla="*/ f80 f38 1"/>
              <a:gd name="f98" fmla="*/ f79 f38 1"/>
              <a:gd name="f99" fmla="*/ f81 f37 1"/>
              <a:gd name="f100" fmla="*/ f82 f38 1"/>
              <a:gd name="f101" fmla="*/ f83 f37 1"/>
              <a:gd name="f102" fmla="*/ f84 f38 1"/>
              <a:gd name="f103" fmla="*/ f85 f37 1"/>
              <a:gd name="f104" fmla="*/ f86 f38 1"/>
              <a:gd name="f105" fmla="*/ f87 f37 1"/>
              <a:gd name="f106" fmla="*/ f88 f38 1"/>
              <a:gd name="f107" fmla="*/ f89 f37 1"/>
              <a:gd name="f108" fmla="*/ f90 f38 1"/>
              <a:gd name="f109" fmla="*/ f91 f37 1"/>
              <a:gd name="f110" fmla="*/ f92 f38 1"/>
              <a:gd name="f111" fmla="*/ f93 f37 1"/>
              <a:gd name="f112" fmla="*/ f94 f3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2">
                <a:pos x="f99" y="f100"/>
              </a:cxn>
              <a:cxn ang="f62">
                <a:pos x="f101" y="f102"/>
              </a:cxn>
              <a:cxn ang="f62">
                <a:pos x="f103" y="f104"/>
              </a:cxn>
              <a:cxn ang="f62">
                <a:pos x="f105" y="f106"/>
              </a:cxn>
              <a:cxn ang="f62">
                <a:pos x="f107" y="f108"/>
              </a:cxn>
              <a:cxn ang="f62">
                <a:pos x="f109" y="f110"/>
              </a:cxn>
              <a:cxn ang="f62">
                <a:pos x="f111" y="f104"/>
              </a:cxn>
              <a:cxn ang="f62">
                <a:pos x="f101" y="f112"/>
              </a:cxn>
              <a:cxn ang="f62">
                <a:pos x="f99" y="f100"/>
              </a:cxn>
            </a:cxnLst>
            <a:rect l="f95" t="f98" r="f96" b="f97"/>
            <a:pathLst>
              <a:path w="2114550" h="2493359">
                <a:moveTo>
                  <a:pt x="f6" y="f8"/>
                </a:moveTo>
                <a:cubicBezTo>
                  <a:pt x="f6" y="f9"/>
                  <a:pt x="f10" y="f11"/>
                  <a:pt x="f12" y="f11"/>
                </a:cubicBezTo>
                <a:cubicBezTo>
                  <a:pt x="f13" y="f11"/>
                  <a:pt x="f11" y="f13"/>
                  <a:pt x="f11" y="f12"/>
                </a:cubicBezTo>
                <a:cubicBezTo>
                  <a:pt x="f11" y="f14"/>
                  <a:pt x="f15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8"/>
                  <a:pt x="f29" y="f7"/>
                </a:cubicBezTo>
                <a:cubicBezTo>
                  <a:pt x="f30" y="f31"/>
                  <a:pt x="f5" y="f32"/>
                  <a:pt x="f5" y="f12"/>
                </a:cubicBezTo>
                <a:cubicBezTo>
                  <a:pt x="f5" y="f33"/>
                  <a:pt x="f34" y="f5"/>
                  <a:pt x="f12" y="f5"/>
                </a:cubicBezTo>
                <a:cubicBezTo>
                  <a:pt x="f10" y="f5"/>
                  <a:pt x="f6" y="f35"/>
                  <a:pt x="f6" y="f8"/>
                </a:cubicBezTo>
                <a:close/>
              </a:path>
            </a:pathLst>
          </a:custGeom>
          <a:solidFill>
            <a:srgbClr val="6DAB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0" name="Freeform: Shape 6">
            <a:extLst>
              <a:ext uri="{FF2B5EF4-FFF2-40B4-BE49-F238E27FC236}">
                <a16:creationId xmlns:a16="http://schemas.microsoft.com/office/drawing/2014/main" id="{2AE6A7F5-750C-EA7C-EE18-E17EE7B09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3" y="1785256"/>
            <a:ext cx="1643743" cy="268943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662112"/>
              <a:gd name="f7" fmla="val 2719483"/>
              <a:gd name="f8" fmla="val 1662113"/>
              <a:gd name="f9" fmla="val 1964912"/>
              <a:gd name="f10" fmla="val 1581150"/>
              <a:gd name="f11" fmla="val 2248853"/>
              <a:gd name="f12" fmla="val 1439609"/>
              <a:gd name="f13" fmla="val 2493359"/>
              <a:gd name="f14" fmla="val 1314640"/>
              <a:gd name="f15" fmla="val 2709767"/>
              <a:gd name="f16" fmla="val 1037749"/>
              <a:gd name="f17" fmla="val 2783681"/>
              <a:gd name="f18" fmla="val 821436"/>
              <a:gd name="f19" fmla="val 2658713"/>
              <a:gd name="f20" fmla="val 606076"/>
              <a:gd name="f21" fmla="val 2534412"/>
              <a:gd name="f22" fmla="val 531495"/>
              <a:gd name="f23" fmla="val 2259616"/>
              <a:gd name="f24" fmla="val 654082"/>
              <a:gd name="f25" fmla="val 2043779"/>
              <a:gd name="f26" fmla="val 655606"/>
              <a:gd name="f27" fmla="val 2041398"/>
              <a:gd name="f28" fmla="val 656939"/>
              <a:gd name="f29" fmla="val 2038922"/>
              <a:gd name="f30" fmla="val 658368"/>
              <a:gd name="f31" fmla="val 2036445"/>
              <a:gd name="f32" fmla="val 721328"/>
              <a:gd name="f33" fmla="val 1926050"/>
              <a:gd name="f34" fmla="val 757238"/>
              <a:gd name="f35" fmla="val 1798225"/>
              <a:gd name="f36" fmla="val 1243870"/>
              <a:gd name="f37" fmla="val 418243"/>
              <a:gd name="f38" fmla="val 904875"/>
              <a:gd name="f39" fmla="val 249841"/>
              <a:gd name="f40" fmla="val 452438"/>
              <a:gd name="f41" fmla="val 702278"/>
              <a:gd name="f42" fmla="val 202597"/>
              <a:gd name="f43" fmla="val 917924"/>
              <a:gd name="f44" fmla="val 744093"/>
              <a:gd name="f45" fmla="+- 0 0 -90"/>
              <a:gd name="f46" fmla="*/ f3 1 1662112"/>
              <a:gd name="f47" fmla="*/ f4 1 2719483"/>
              <a:gd name="f48" fmla="val f5"/>
              <a:gd name="f49" fmla="val f6"/>
              <a:gd name="f50" fmla="val f7"/>
              <a:gd name="f51" fmla="*/ f45 f0 1"/>
              <a:gd name="f52" fmla="+- f50 0 f48"/>
              <a:gd name="f53" fmla="+- f49 0 f48"/>
              <a:gd name="f54" fmla="*/ f51 1 f2"/>
              <a:gd name="f55" fmla="*/ f53 1 1662112"/>
              <a:gd name="f56" fmla="*/ f52 1 2719483"/>
              <a:gd name="f57" fmla="*/ 1662113 f53 1"/>
              <a:gd name="f58" fmla="*/ 1662113 f52 1"/>
              <a:gd name="f59" fmla="*/ 1439609 f53 1"/>
              <a:gd name="f60" fmla="*/ 2493359 f52 1"/>
              <a:gd name="f61" fmla="*/ 821436 f53 1"/>
              <a:gd name="f62" fmla="*/ 2658713 f52 1"/>
              <a:gd name="f63" fmla="*/ 654082 f53 1"/>
              <a:gd name="f64" fmla="*/ 2043779 f52 1"/>
              <a:gd name="f65" fmla="*/ 658368 f53 1"/>
              <a:gd name="f66" fmla="*/ 2036445 f52 1"/>
              <a:gd name="f67" fmla="*/ 757238 f53 1"/>
              <a:gd name="f68" fmla="*/ 0 f53 1"/>
              <a:gd name="f69" fmla="*/ 904875 f52 1"/>
              <a:gd name="f70" fmla="*/ 452438 f53 1"/>
              <a:gd name="f71" fmla="*/ 452438 f52 1"/>
              <a:gd name="f72" fmla="*/ 0 f52 1"/>
              <a:gd name="f73" fmla="+- f54 0 f1"/>
              <a:gd name="f74" fmla="*/ f57 1 1662112"/>
              <a:gd name="f75" fmla="*/ f58 1 2719483"/>
              <a:gd name="f76" fmla="*/ f59 1 1662112"/>
              <a:gd name="f77" fmla="*/ f60 1 2719483"/>
              <a:gd name="f78" fmla="*/ f61 1 1662112"/>
              <a:gd name="f79" fmla="*/ f62 1 2719483"/>
              <a:gd name="f80" fmla="*/ f63 1 1662112"/>
              <a:gd name="f81" fmla="*/ f64 1 2719483"/>
              <a:gd name="f82" fmla="*/ f65 1 1662112"/>
              <a:gd name="f83" fmla="*/ f66 1 2719483"/>
              <a:gd name="f84" fmla="*/ f67 1 1662112"/>
              <a:gd name="f85" fmla="*/ f68 1 1662112"/>
              <a:gd name="f86" fmla="*/ f69 1 2719483"/>
              <a:gd name="f87" fmla="*/ f70 1 1662112"/>
              <a:gd name="f88" fmla="*/ f71 1 2719483"/>
              <a:gd name="f89" fmla="*/ f72 1 2719483"/>
              <a:gd name="f90" fmla="*/ f48 1 f55"/>
              <a:gd name="f91" fmla="*/ f49 1 f55"/>
              <a:gd name="f92" fmla="*/ f48 1 f56"/>
              <a:gd name="f93" fmla="*/ f50 1 f56"/>
              <a:gd name="f94" fmla="*/ f74 1 f55"/>
              <a:gd name="f95" fmla="*/ f75 1 f56"/>
              <a:gd name="f96" fmla="*/ f76 1 f55"/>
              <a:gd name="f97" fmla="*/ f77 1 f56"/>
              <a:gd name="f98" fmla="*/ f78 1 f55"/>
              <a:gd name="f99" fmla="*/ f79 1 f56"/>
              <a:gd name="f100" fmla="*/ f80 1 f55"/>
              <a:gd name="f101" fmla="*/ f81 1 f56"/>
              <a:gd name="f102" fmla="*/ f82 1 f55"/>
              <a:gd name="f103" fmla="*/ f83 1 f56"/>
              <a:gd name="f104" fmla="*/ f84 1 f55"/>
              <a:gd name="f105" fmla="*/ f85 1 f55"/>
              <a:gd name="f106" fmla="*/ f86 1 f56"/>
              <a:gd name="f107" fmla="*/ f87 1 f55"/>
              <a:gd name="f108" fmla="*/ f88 1 f56"/>
              <a:gd name="f109" fmla="*/ f89 1 f56"/>
              <a:gd name="f110" fmla="*/ f90 f46 1"/>
              <a:gd name="f111" fmla="*/ f91 f46 1"/>
              <a:gd name="f112" fmla="*/ f93 f47 1"/>
              <a:gd name="f113" fmla="*/ f92 f47 1"/>
              <a:gd name="f114" fmla="*/ f94 f46 1"/>
              <a:gd name="f115" fmla="*/ f95 f47 1"/>
              <a:gd name="f116" fmla="*/ f96 f46 1"/>
              <a:gd name="f117" fmla="*/ f97 f47 1"/>
              <a:gd name="f118" fmla="*/ f98 f46 1"/>
              <a:gd name="f119" fmla="*/ f99 f47 1"/>
              <a:gd name="f120" fmla="*/ f100 f46 1"/>
              <a:gd name="f121" fmla="*/ f101 f47 1"/>
              <a:gd name="f122" fmla="*/ f102 f46 1"/>
              <a:gd name="f123" fmla="*/ f103 f47 1"/>
              <a:gd name="f124" fmla="*/ f104 f46 1"/>
              <a:gd name="f125" fmla="*/ f105 f46 1"/>
              <a:gd name="f126" fmla="*/ f106 f47 1"/>
              <a:gd name="f127" fmla="*/ f107 f46 1"/>
              <a:gd name="f128" fmla="*/ f108 f47 1"/>
              <a:gd name="f129" fmla="*/ f109 f4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3">
                <a:pos x="f114" y="f115"/>
              </a:cxn>
              <a:cxn ang="f73">
                <a:pos x="f116" y="f117"/>
              </a:cxn>
              <a:cxn ang="f73">
                <a:pos x="f118" y="f119"/>
              </a:cxn>
              <a:cxn ang="f73">
                <a:pos x="f120" y="f121"/>
              </a:cxn>
              <a:cxn ang="f73">
                <a:pos x="f122" y="f123"/>
              </a:cxn>
              <a:cxn ang="f73">
                <a:pos x="f124" y="f115"/>
              </a:cxn>
              <a:cxn ang="f73">
                <a:pos x="f125" y="f126"/>
              </a:cxn>
              <a:cxn ang="f73">
                <a:pos x="f127" y="f128"/>
              </a:cxn>
              <a:cxn ang="f73">
                <a:pos x="f125" y="f129"/>
              </a:cxn>
              <a:cxn ang="f73">
                <a:pos x="f114" y="f115"/>
              </a:cxn>
            </a:cxnLst>
            <a:rect l="f110" t="f113" r="f111" b="f112"/>
            <a:pathLst>
              <a:path w="1662112" h="2719483">
                <a:moveTo>
                  <a:pt x="f8" y="f8"/>
                </a:moveTo>
                <a:cubicBezTo>
                  <a:pt x="f8" y="f9"/>
                  <a:pt x="f10" y="f11"/>
                  <a:pt x="f12" y="f13"/>
                </a:cubicBezTo>
                <a:cubicBezTo>
                  <a:pt x="f14" y="f15"/>
                  <a:pt x="f16" y="f17"/>
                  <a:pt x="f18" y="f19"/>
                </a:cubicBezTo>
                <a:cubicBezTo>
                  <a:pt x="f20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4" y="f8"/>
                </a:cubicBezTo>
                <a:cubicBezTo>
                  <a:pt x="f34" y="f36"/>
                  <a:pt x="f37" y="f38"/>
                  <a:pt x="f5" y="f38"/>
                </a:cubicBezTo>
                <a:cubicBezTo>
                  <a:pt x="f39" y="f38"/>
                  <a:pt x="f40" y="f41"/>
                  <a:pt x="f40" y="f40"/>
                </a:cubicBezTo>
                <a:cubicBezTo>
                  <a:pt x="f40" y="f42"/>
                  <a:pt x="f39" y="f5"/>
                  <a:pt x="f5" y="f5"/>
                </a:cubicBezTo>
                <a:cubicBezTo>
                  <a:pt x="f43" y="f5"/>
                  <a:pt x="f8" y="f44"/>
                  <a:pt x="f8" y="f8"/>
                </a:cubicBezTo>
                <a:close/>
              </a:path>
            </a:pathLst>
          </a:custGeom>
          <a:solidFill>
            <a:srgbClr val="1D7EE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BD526F66-510D-299F-DEAA-4D2951A3F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270" y="3579766"/>
            <a:ext cx="2907426" cy="1492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939914"/>
              <a:gd name="f7" fmla="val 1509666"/>
              <a:gd name="f8" fmla="val 2939915"/>
              <a:gd name="f9" fmla="val 678800"/>
              <a:gd name="f10" fmla="val 2652545"/>
              <a:gd name="f11" fmla="val 1175529"/>
              <a:gd name="f12" fmla="val 2115431"/>
              <a:gd name="f13" fmla="val 1500306"/>
              <a:gd name="f14" fmla="val 885182"/>
              <a:gd name="f15" fmla="val 348067"/>
              <a:gd name="f16" fmla="val 60698"/>
              <a:gd name="f17" fmla="val -64271"/>
              <a:gd name="f18" fmla="val 462393"/>
              <a:gd name="f19" fmla="val 9929"/>
              <a:gd name="f20" fmla="val 185691"/>
              <a:gd name="f21" fmla="val 226337"/>
              <a:gd name="f22" fmla="val 60723"/>
              <a:gd name="f23" fmla="val 441698"/>
              <a:gd name="f24" fmla="val -63673"/>
              <a:gd name="f25" fmla="val 716875"/>
              <a:gd name="f26" fmla="val 9193"/>
              <a:gd name="f27" fmla="val 842700"/>
              <a:gd name="f28" fmla="val 223220"/>
              <a:gd name="f29" fmla="val 843271"/>
              <a:gd name="f30" fmla="val 224172"/>
              <a:gd name="f31" fmla="val 843938"/>
              <a:gd name="f32" fmla="val 225220"/>
              <a:gd name="f33" fmla="val 844510"/>
              <a:gd name="f34" fmla="val 226268"/>
              <a:gd name="f35" fmla="val 844796"/>
              <a:gd name="f36" fmla="val 226839"/>
              <a:gd name="f37" fmla="val 845177"/>
              <a:gd name="f38" fmla="val 227411"/>
              <a:gd name="f39" fmla="val 845462"/>
              <a:gd name="f40" fmla="val 227982"/>
              <a:gd name="f41" fmla="val 976621"/>
              <a:gd name="f42" fmla="val 453344"/>
              <a:gd name="f43" fmla="val 1220747"/>
              <a:gd name="f44" fmla="val 604791"/>
              <a:gd name="f45" fmla="val 1779865"/>
              <a:gd name="f46" fmla="val 2023133"/>
              <a:gd name="f47" fmla="val 453915"/>
              <a:gd name="f48" fmla="val 2154388"/>
              <a:gd name="f49" fmla="val 229221"/>
              <a:gd name="f50" fmla="val 2031801"/>
              <a:gd name="f51" fmla="val 445057"/>
              <a:gd name="f52" fmla="val 2106382"/>
              <a:gd name="f53" fmla="val 719853"/>
              <a:gd name="f54" fmla="val 2321742"/>
              <a:gd name="f55" fmla="val 844155"/>
              <a:gd name="f56" fmla="val 2538055"/>
              <a:gd name="f57" fmla="val 969123"/>
              <a:gd name="f58" fmla="val 2814947"/>
              <a:gd name="f59" fmla="val 895208"/>
              <a:gd name="f60" fmla="+- 0 0 -90"/>
              <a:gd name="f61" fmla="*/ f3 1 2939914"/>
              <a:gd name="f62" fmla="*/ f4 1 1509666"/>
              <a:gd name="f63" fmla="val f5"/>
              <a:gd name="f64" fmla="val f6"/>
              <a:gd name="f65" fmla="val f7"/>
              <a:gd name="f66" fmla="*/ f60 f0 1"/>
              <a:gd name="f67" fmla="+- f65 0 f63"/>
              <a:gd name="f68" fmla="+- f64 0 f63"/>
              <a:gd name="f69" fmla="*/ f66 1 f2"/>
              <a:gd name="f70" fmla="*/ f68 1 2939914"/>
              <a:gd name="f71" fmla="*/ f67 1 1509666"/>
              <a:gd name="f72" fmla="*/ 2939915 f68 1"/>
              <a:gd name="f73" fmla="*/ 678800 f67 1"/>
              <a:gd name="f74" fmla="*/ 1500306 f68 1"/>
              <a:gd name="f75" fmla="*/ 1509666 f67 1"/>
              <a:gd name="f76" fmla="*/ 60698 f68 1"/>
              <a:gd name="f77" fmla="*/ 226337 f68 1"/>
              <a:gd name="f78" fmla="*/ 60723 f67 1"/>
              <a:gd name="f79" fmla="*/ 842700 f68 1"/>
              <a:gd name="f80" fmla="*/ 223220 f67 1"/>
              <a:gd name="f81" fmla="*/ 844510 f68 1"/>
              <a:gd name="f82" fmla="*/ 226268 f67 1"/>
              <a:gd name="f83" fmla="*/ 845462 f68 1"/>
              <a:gd name="f84" fmla="*/ 227982 f67 1"/>
              <a:gd name="f85" fmla="*/ 604791 f67 1"/>
              <a:gd name="f86" fmla="*/ 2154388 f68 1"/>
              <a:gd name="f87" fmla="*/ 229221 f67 1"/>
              <a:gd name="f88" fmla="*/ 2321742 f68 1"/>
              <a:gd name="f89" fmla="*/ 844155 f67 1"/>
              <a:gd name="f90" fmla="+- f69 0 f1"/>
              <a:gd name="f91" fmla="*/ f72 1 2939914"/>
              <a:gd name="f92" fmla="*/ f73 1 1509666"/>
              <a:gd name="f93" fmla="*/ f74 1 2939914"/>
              <a:gd name="f94" fmla="*/ f75 1 1509666"/>
              <a:gd name="f95" fmla="*/ f76 1 2939914"/>
              <a:gd name="f96" fmla="*/ f77 1 2939914"/>
              <a:gd name="f97" fmla="*/ f78 1 1509666"/>
              <a:gd name="f98" fmla="*/ f79 1 2939914"/>
              <a:gd name="f99" fmla="*/ f80 1 1509666"/>
              <a:gd name="f100" fmla="*/ f81 1 2939914"/>
              <a:gd name="f101" fmla="*/ f82 1 1509666"/>
              <a:gd name="f102" fmla="*/ f83 1 2939914"/>
              <a:gd name="f103" fmla="*/ f84 1 1509666"/>
              <a:gd name="f104" fmla="*/ f85 1 1509666"/>
              <a:gd name="f105" fmla="*/ f86 1 2939914"/>
              <a:gd name="f106" fmla="*/ f87 1 1509666"/>
              <a:gd name="f107" fmla="*/ f88 1 2939914"/>
              <a:gd name="f108" fmla="*/ f89 1 1509666"/>
              <a:gd name="f109" fmla="*/ f63 1 f70"/>
              <a:gd name="f110" fmla="*/ f64 1 f70"/>
              <a:gd name="f111" fmla="*/ f63 1 f71"/>
              <a:gd name="f112" fmla="*/ f65 1 f71"/>
              <a:gd name="f113" fmla="*/ f91 1 f70"/>
              <a:gd name="f114" fmla="*/ f92 1 f71"/>
              <a:gd name="f115" fmla="*/ f93 1 f70"/>
              <a:gd name="f116" fmla="*/ f94 1 f71"/>
              <a:gd name="f117" fmla="*/ f95 1 f70"/>
              <a:gd name="f118" fmla="*/ f96 1 f70"/>
              <a:gd name="f119" fmla="*/ f97 1 f71"/>
              <a:gd name="f120" fmla="*/ f98 1 f70"/>
              <a:gd name="f121" fmla="*/ f99 1 f71"/>
              <a:gd name="f122" fmla="*/ f100 1 f70"/>
              <a:gd name="f123" fmla="*/ f101 1 f71"/>
              <a:gd name="f124" fmla="*/ f102 1 f70"/>
              <a:gd name="f125" fmla="*/ f103 1 f71"/>
              <a:gd name="f126" fmla="*/ f104 1 f71"/>
              <a:gd name="f127" fmla="*/ f105 1 f70"/>
              <a:gd name="f128" fmla="*/ f106 1 f71"/>
              <a:gd name="f129" fmla="*/ f107 1 f70"/>
              <a:gd name="f130" fmla="*/ f108 1 f71"/>
              <a:gd name="f131" fmla="*/ f109 f61 1"/>
              <a:gd name="f132" fmla="*/ f110 f61 1"/>
              <a:gd name="f133" fmla="*/ f112 f62 1"/>
              <a:gd name="f134" fmla="*/ f111 f62 1"/>
              <a:gd name="f135" fmla="*/ f113 f61 1"/>
              <a:gd name="f136" fmla="*/ f114 f62 1"/>
              <a:gd name="f137" fmla="*/ f115 f61 1"/>
              <a:gd name="f138" fmla="*/ f116 f62 1"/>
              <a:gd name="f139" fmla="*/ f117 f61 1"/>
              <a:gd name="f140" fmla="*/ f118 f61 1"/>
              <a:gd name="f141" fmla="*/ f119 f62 1"/>
              <a:gd name="f142" fmla="*/ f120 f61 1"/>
              <a:gd name="f143" fmla="*/ f121 f62 1"/>
              <a:gd name="f144" fmla="*/ f122 f61 1"/>
              <a:gd name="f145" fmla="*/ f123 f62 1"/>
              <a:gd name="f146" fmla="*/ f124 f61 1"/>
              <a:gd name="f147" fmla="*/ f125 f62 1"/>
              <a:gd name="f148" fmla="*/ f126 f62 1"/>
              <a:gd name="f149" fmla="*/ f127 f61 1"/>
              <a:gd name="f150" fmla="*/ f128 f62 1"/>
              <a:gd name="f151" fmla="*/ f129 f61 1"/>
              <a:gd name="f152" fmla="*/ f130 f6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90">
                <a:pos x="f135" y="f136"/>
              </a:cxn>
              <a:cxn ang="f90">
                <a:pos x="f137" y="f138"/>
              </a:cxn>
              <a:cxn ang="f90">
                <a:pos x="f139" y="f136"/>
              </a:cxn>
              <a:cxn ang="f90">
                <a:pos x="f140" y="f141"/>
              </a:cxn>
              <a:cxn ang="f90">
                <a:pos x="f142" y="f143"/>
              </a:cxn>
              <a:cxn ang="f90">
                <a:pos x="f144" y="f145"/>
              </a:cxn>
              <a:cxn ang="f90">
                <a:pos x="f146" y="f147"/>
              </a:cxn>
              <a:cxn ang="f90">
                <a:pos x="f137" y="f148"/>
              </a:cxn>
              <a:cxn ang="f90">
                <a:pos x="f149" y="f150"/>
              </a:cxn>
              <a:cxn ang="f90">
                <a:pos x="f151" y="f152"/>
              </a:cxn>
              <a:cxn ang="f90">
                <a:pos x="f135" y="f136"/>
              </a:cxn>
            </a:cxnLst>
            <a:rect l="f131" t="f134" r="f132" b="f133"/>
            <a:pathLst>
              <a:path w="2939914" h="1509666">
                <a:moveTo>
                  <a:pt x="f8" y="f9"/>
                </a:moveTo>
                <a:cubicBezTo>
                  <a:pt x="f10" y="f11"/>
                  <a:pt x="f12" y="f7"/>
                  <a:pt x="f13" y="f7"/>
                </a:cubicBezTo>
                <a:cubicBezTo>
                  <a:pt x="f14" y="f7"/>
                  <a:pt x="f15" y="f11"/>
                  <a:pt x="f16" y="f9"/>
                </a:cubicBezTo>
                <a:cubicBezTo>
                  <a:pt x="f17" y="f18"/>
                  <a:pt x="f19" y="f20"/>
                  <a:pt x="f21" y="f22"/>
                </a:cubicBezTo>
                <a:cubicBezTo>
                  <a:pt x="f23" y="f24"/>
                  <a:pt x="f25" y="f26"/>
                  <a:pt x="f27" y="f28"/>
                </a:cubicBezTo>
                <a:cubicBezTo>
                  <a:pt x="f29" y="f30"/>
                  <a:pt x="f31" y="f32"/>
                  <a:pt x="f33" y="f34"/>
                </a:cubicBezTo>
                <a:cubicBezTo>
                  <a:pt x="f35" y="f36"/>
                  <a:pt x="f37" y="f38"/>
                  <a:pt x="f39" y="f40"/>
                </a:cubicBezTo>
                <a:cubicBezTo>
                  <a:pt x="f41" y="f42"/>
                  <a:pt x="f43" y="f44"/>
                  <a:pt x="f13" y="f44"/>
                </a:cubicBezTo>
                <a:cubicBezTo>
                  <a:pt x="f45" y="f44"/>
                  <a:pt x="f46" y="f47"/>
                  <a:pt x="f48" y="f49"/>
                </a:cubicBezTo>
                <a:cubicBezTo>
                  <a:pt x="f50" y="f51"/>
                  <a:pt x="f52" y="f53"/>
                  <a:pt x="f54" y="f55"/>
                </a:cubicBezTo>
                <a:cubicBezTo>
                  <a:pt x="f56" y="f57"/>
                  <a:pt x="f58" y="f59"/>
                  <a:pt x="f8" y="f9"/>
                </a:cubicBezTo>
                <a:close/>
              </a:path>
            </a:pathLst>
          </a:custGeom>
          <a:solidFill>
            <a:srgbClr val="1640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2F464AE-3B7C-2873-11A9-E63897E9F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Text Placeholder 56">
            <a:extLst>
              <a:ext uri="{FF2B5EF4-FFF2-40B4-BE49-F238E27FC236}">
                <a16:creationId xmlns:a16="http://schemas.microsoft.com/office/drawing/2014/main" id="{E994B7C0-7795-28B6-D0D7-4A0E886BB0C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44881" y="2081210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600">
                <a:latin typeface="Poppins SemiBold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5A885C15-7D54-A304-79AB-54E94DA001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8963" y="2571411"/>
            <a:ext cx="3732215" cy="605232"/>
          </a:xfrm>
        </p:spPr>
        <p:txBody>
          <a:bodyPr anchor="b" anchorCtr="1">
            <a:noAutofit/>
          </a:bodyPr>
          <a:lstStyle>
            <a:lvl1pPr marL="0" indent="0" algn="ctr"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C2FC03-0BD9-F636-9B63-FA3DB8F9A3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8963" y="3354796"/>
            <a:ext cx="3732215" cy="365129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E6D492C9-FCFC-E60D-7BD0-A76CFC0AC1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97511" y="3876690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600">
                <a:latin typeface="Poppins SemiBold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7" name="Text Placeholder 56">
            <a:extLst>
              <a:ext uri="{FF2B5EF4-FFF2-40B4-BE49-F238E27FC236}">
                <a16:creationId xmlns:a16="http://schemas.microsoft.com/office/drawing/2014/main" id="{7C1CD904-9C41-CAE3-90B3-14F6DDFB61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70818" y="2571411"/>
            <a:ext cx="3732215" cy="605232"/>
          </a:xfrm>
        </p:spPr>
        <p:txBody>
          <a:bodyPr anchor="b" anchorCtr="1">
            <a:noAutofit/>
          </a:bodyPr>
          <a:lstStyle>
            <a:lvl1pPr marL="0" indent="0" algn="ctr"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D5D4BF0-EFE3-807A-240B-704DFC087B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70818" y="3354796"/>
            <a:ext cx="3732215" cy="365129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6">
            <a:extLst>
              <a:ext uri="{FF2B5EF4-FFF2-40B4-BE49-F238E27FC236}">
                <a16:creationId xmlns:a16="http://schemas.microsoft.com/office/drawing/2014/main" id="{19CEC3C3-EBA5-6878-495F-A42DE0C7F1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2260" y="3876690"/>
            <a:ext cx="502234" cy="36343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600">
                <a:latin typeface="Poppins SemiBold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FA971798-53D4-6C84-B45C-127734B1B9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229895" y="5144313"/>
            <a:ext cx="3732215" cy="605232"/>
          </a:xfrm>
        </p:spPr>
        <p:txBody>
          <a:bodyPr anchor="b" anchorCtr="1">
            <a:noAutofit/>
          </a:bodyPr>
          <a:lstStyle>
            <a:lvl1pPr marL="0" indent="0" algn="ctr"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F6A063A-2CD8-ED8F-6242-1B017576EB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229895" y="5927707"/>
            <a:ext cx="3732215" cy="365129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6F9C4AF5-2524-EC17-E358-6780D79FE1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2279BF6E-CBCE-4A4C-A0A9-B82623CAE27A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36F9D122-2330-05FE-3786-0B90CB3E68C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74F2B420-9D12-3707-0560-158C35D12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987705-B2A3-4B16-957A-BE6C51FD83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30439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B2E932BE-CC24-08B4-5B59-E631256FE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FE8C0B76-87D7-86CC-8190-A4390AB0E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FCC6E0A2-6235-5B90-6D8F-B45300652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EE227E2F-8944-499B-F3C2-0D22D7B92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336A9017-80FD-A070-A0B1-AC2F38B98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6B5B107D-B38F-2E5B-C092-B481FB759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CCC87C01-0DC5-AEB8-074B-572EEB5F4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: Rounded Corners 24">
            <a:extLst>
              <a:ext uri="{FF2B5EF4-FFF2-40B4-BE49-F238E27FC236}">
                <a16:creationId xmlns:a16="http://schemas.microsoft.com/office/drawing/2014/main" id="{71D4EFA0-F530-A610-02EC-D34945B65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8606" y="2673486"/>
            <a:ext cx="7614784" cy="151044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9046" cap="flat">
            <a:solidFill>
              <a:srgbClr val="6CABF0"/>
            </a:solidFill>
            <a:custDash>
              <a:ds d="300063" sp="300063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0" name="Flowchart: Extract 15">
            <a:extLst>
              <a:ext uri="{FF2B5EF4-FFF2-40B4-BE49-F238E27FC236}">
                <a16:creationId xmlns:a16="http://schemas.microsoft.com/office/drawing/2014/main" id="{B8FDCE1F-7028-EAC5-4DF0-8076BD446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799991">
            <a:off x="9832451" y="3352455"/>
            <a:ext cx="144402" cy="1444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"/>
              <a:gd name="f7" fmla="val 1"/>
              <a:gd name="f8" fmla="+- 0 0 -270"/>
              <a:gd name="f9" fmla="+- 0 0 -90"/>
              <a:gd name="f10" fmla="*/ f3 1 2"/>
              <a:gd name="f11" fmla="*/ f4 1 2"/>
              <a:gd name="f12" fmla="val f5"/>
              <a:gd name="f13" fmla="val f6"/>
              <a:gd name="f14" fmla="*/ f8 f0 1"/>
              <a:gd name="f15" fmla="*/ f9 f0 1"/>
              <a:gd name="f16" fmla="+- f13 0 f12"/>
              <a:gd name="f17" fmla="*/ f14 1 f2"/>
              <a:gd name="f18" fmla="*/ f15 1 f2"/>
              <a:gd name="f19" fmla="*/ f16 1 2"/>
              <a:gd name="f20" fmla="*/ f16 1 4"/>
              <a:gd name="f21" fmla="*/ f16 3 1"/>
              <a:gd name="f22" fmla="+- f17 0 f1"/>
              <a:gd name="f23" fmla="+- f18 0 f1"/>
              <a:gd name="f24" fmla="+- f12 f19 0"/>
              <a:gd name="f25" fmla="*/ f21 1 4"/>
              <a:gd name="f26" fmla="*/ f20 1 f19"/>
              <a:gd name="f27" fmla="*/ f13 1 f19"/>
              <a:gd name="f28" fmla="*/ f24 1 f19"/>
              <a:gd name="f29" fmla="*/ f25 1 f19"/>
              <a:gd name="f30" fmla="*/ f26 f10 1"/>
              <a:gd name="f31" fmla="*/ f27 f11 1"/>
              <a:gd name="f32" fmla="*/ f29 f10 1"/>
              <a:gd name="f33" fmla="*/ f28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2">
                <a:pos x="f30" y="f33"/>
              </a:cxn>
              <a:cxn ang="f23">
                <a:pos x="f32" y="f33"/>
              </a:cxn>
            </a:cxnLst>
            <a:rect l="f30" t="f33" r="f32" b="f31"/>
            <a:pathLst>
              <a:path w="2" h="2">
                <a:moveTo>
                  <a:pt x="f5" y="f6"/>
                </a:moveTo>
                <a:lnTo>
                  <a:pt x="f7" y="f5"/>
                </a:lnTo>
                <a:lnTo>
                  <a:pt x="f6" y="f6"/>
                </a:lnTo>
                <a:close/>
              </a:path>
            </a:pathLst>
          </a:custGeom>
          <a:solidFill>
            <a:srgbClr val="5AE49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1" name="Flowchart: Extract 32">
            <a:extLst>
              <a:ext uri="{FF2B5EF4-FFF2-40B4-BE49-F238E27FC236}">
                <a16:creationId xmlns:a16="http://schemas.microsoft.com/office/drawing/2014/main" id="{EC4BE058-B920-2A16-AA75-97CA0D482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6405" y="3352455"/>
            <a:ext cx="144402" cy="1444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"/>
              <a:gd name="f7" fmla="val 1"/>
              <a:gd name="f8" fmla="+- 0 0 -270"/>
              <a:gd name="f9" fmla="+- 0 0 -90"/>
              <a:gd name="f10" fmla="*/ f3 1 2"/>
              <a:gd name="f11" fmla="*/ f4 1 2"/>
              <a:gd name="f12" fmla="val f5"/>
              <a:gd name="f13" fmla="val f6"/>
              <a:gd name="f14" fmla="*/ f8 f0 1"/>
              <a:gd name="f15" fmla="*/ f9 f0 1"/>
              <a:gd name="f16" fmla="+- f13 0 f12"/>
              <a:gd name="f17" fmla="*/ f14 1 f2"/>
              <a:gd name="f18" fmla="*/ f15 1 f2"/>
              <a:gd name="f19" fmla="*/ f16 1 2"/>
              <a:gd name="f20" fmla="*/ f16 1 4"/>
              <a:gd name="f21" fmla="*/ f16 3 1"/>
              <a:gd name="f22" fmla="+- f17 0 f1"/>
              <a:gd name="f23" fmla="+- f18 0 f1"/>
              <a:gd name="f24" fmla="+- f12 f19 0"/>
              <a:gd name="f25" fmla="*/ f21 1 4"/>
              <a:gd name="f26" fmla="*/ f20 1 f19"/>
              <a:gd name="f27" fmla="*/ f13 1 f19"/>
              <a:gd name="f28" fmla="*/ f24 1 f19"/>
              <a:gd name="f29" fmla="*/ f25 1 f19"/>
              <a:gd name="f30" fmla="*/ f26 f10 1"/>
              <a:gd name="f31" fmla="*/ f27 f11 1"/>
              <a:gd name="f32" fmla="*/ f29 f10 1"/>
              <a:gd name="f33" fmla="*/ f28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2">
                <a:pos x="f30" y="f33"/>
              </a:cxn>
              <a:cxn ang="f23">
                <a:pos x="f32" y="f33"/>
              </a:cxn>
            </a:cxnLst>
            <a:rect l="f30" t="f33" r="f32" b="f31"/>
            <a:pathLst>
              <a:path w="2" h="2">
                <a:moveTo>
                  <a:pt x="f5" y="f6"/>
                </a:moveTo>
                <a:lnTo>
                  <a:pt x="f7" y="f5"/>
                </a:lnTo>
                <a:lnTo>
                  <a:pt x="f6" y="f6"/>
                </a:lnTo>
                <a:close/>
              </a:path>
            </a:pathLst>
          </a:custGeom>
          <a:solidFill>
            <a:srgbClr val="5AE49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9CF4FA89-D573-562C-F0BB-538EC73BC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2" y="2429917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B74D4962-F659-2EAA-4630-7C390482E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2" y="3908575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43951A9A-A49A-39D0-9F9E-0EEEBA50C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5" y="2429917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CBEF3AE1-378F-68AA-4097-20F19E70C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5" y="3915351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E70640FF-5397-E8F4-C56D-18570402D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8" y="2429917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6769037C-8C73-029A-B2A3-6A8322DA2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8" y="3924513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02CEB95-DD21-294C-6941-57724D888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0398" y="2855360"/>
            <a:ext cx="7711199" cy="1144801"/>
          </a:xfrm>
        </p:spPr>
        <p:txBody>
          <a:bodyPr anchorCtr="1"/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9" name="Text Placeholder 56">
            <a:extLst>
              <a:ext uri="{FF2B5EF4-FFF2-40B4-BE49-F238E27FC236}">
                <a16:creationId xmlns:a16="http://schemas.microsoft.com/office/drawing/2014/main" id="{3353045D-B9EB-1390-672E-CBB44A2879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462137" y="2561920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8E9520A-98AC-2EFD-DEE3-A365A61ABB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27199" y="895746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2D4523D-3441-55B5-816F-A2BE27D03A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27199" y="1712662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EF3138AB-EF27-6B65-87E9-6F5A17DC62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44881" y="2561920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2BF5A755-5B51-E187-76AE-26F43A8728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09942" y="895746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4DFC9C-D0DD-6E6B-D7C7-0B3D5887409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09942" y="1712662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92DDCD7-1BA3-44B6-45B1-B875940410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23144" y="2561920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D23AEBCD-5DBC-CD51-917D-9E92E0B0702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92695" y="895746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FBA60C1-6857-96A4-F31A-69E9D7AA91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92695" y="1712662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794207CC-F306-6CF4-3D5B-6F6D0D8DD9C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23144" y="4056516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7CCF6EE5-32F5-8F39-6A88-3729A69F47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92695" y="4593040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8842CA40-6B68-F644-DBEB-6E9A686902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92695" y="5409956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B512770D-8919-B2CB-651D-4F94619078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42641" y="4047353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2" name="Text Placeholder 56">
            <a:extLst>
              <a:ext uri="{FF2B5EF4-FFF2-40B4-BE49-F238E27FC236}">
                <a16:creationId xmlns:a16="http://schemas.microsoft.com/office/drawing/2014/main" id="{697678AE-C3E0-BC43-45C5-7DDC1DB6FB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09942" y="4593040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332D1FC-E26C-C80F-EAC6-E8F352BED0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09942" y="5409956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C3BFF08A-7B37-7577-422B-46241E520E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462137" y="4040578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A3382305-A8F3-2771-D20E-6A203E4DD6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27199" y="4593040"/>
            <a:ext cx="2172111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D3FD8A7-7B64-91AE-65BF-48661D7144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27199" y="5409956"/>
            <a:ext cx="2172111" cy="537145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Date Placeholder 21">
            <a:extLst>
              <a:ext uri="{FF2B5EF4-FFF2-40B4-BE49-F238E27FC236}">
                <a16:creationId xmlns:a16="http://schemas.microsoft.com/office/drawing/2014/main" id="{23D19DE3-A21C-F793-B60D-23BE091DE08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7857F52E-D7F5-483A-AD4D-B508D09E8AF4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38" name="Footer Placeholder 22">
            <a:extLst>
              <a:ext uri="{FF2B5EF4-FFF2-40B4-BE49-F238E27FC236}">
                <a16:creationId xmlns:a16="http://schemas.microsoft.com/office/drawing/2014/main" id="{B83C08A5-6B8A-A37B-7244-2991660EE5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39" name="Slide Number Placeholder 23">
            <a:extLst>
              <a:ext uri="{FF2B5EF4-FFF2-40B4-BE49-F238E27FC236}">
                <a16:creationId xmlns:a16="http://schemas.microsoft.com/office/drawing/2014/main" id="{13F0D7C2-D474-59A9-9FB6-CB52B28D22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FC1547-6820-417B-BA55-40F06F7453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0887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957EE47-0394-C865-31B4-3FF08BF7D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BBA281A7-EA94-5C40-01A7-0D5DDEF77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C349A12D-20BA-5BAF-84EE-B858B1521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5CF16729-6884-0F85-CF11-F9CC66148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88DCBD0F-897B-0B46-7C75-9EB7F9987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43FE304E-DE42-135F-4DCE-4A0FD92D0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111C69AD-5113-C04C-1AA2-80330430E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A815D458-E36D-DF9A-3686-45BFD1A18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3429000"/>
            <a:ext cx="12191996" cy="0"/>
          </a:xfrm>
          <a:prstGeom prst="straightConnector1">
            <a:avLst/>
          </a:prstGeom>
          <a:noFill/>
          <a:ln w="6345" cap="flat">
            <a:solidFill>
              <a:srgbClr val="FFFFFF"/>
            </a:solidFill>
            <a:prstDash val="solid"/>
            <a:miter/>
          </a:ln>
        </p:spPr>
      </p:cxnSp>
      <p:sp>
        <p:nvSpPr>
          <p:cNvPr id="10" name="Oval 6">
            <a:extLst>
              <a:ext uri="{FF2B5EF4-FFF2-40B4-BE49-F238E27FC236}">
                <a16:creationId xmlns:a16="http://schemas.microsoft.com/office/drawing/2014/main" id="{720C4D25-C35A-8BDD-0458-E912C716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9831" y="3160422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A4F4C7F3-88EA-9C97-FCCF-8D95A95E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7425" y="3160422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47F80D6D-3D76-896F-F498-0998459B0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07211" y="3160422"/>
            <a:ext cx="537145" cy="5371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DF4D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1E55B8"/>
              </a:solidFill>
              <a:uFillTx/>
              <a:latin typeface="Poppins SemiBold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638FEA9-440D-7210-EF11-CF94857C4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64F71E18-820C-2242-0A6C-AE6EDE1A05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87296" y="3292425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56">
            <a:extLst>
              <a:ext uri="{FF2B5EF4-FFF2-40B4-BE49-F238E27FC236}">
                <a16:creationId xmlns:a16="http://schemas.microsoft.com/office/drawing/2014/main" id="{58597152-BDB1-CEB4-B7B0-A35F429BF5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4666" y="2165719"/>
            <a:ext cx="2607484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18C4370-8598-D386-23A0-7B1FA48587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1574" y="4073139"/>
            <a:ext cx="2607484" cy="1586712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6">
            <a:extLst>
              <a:ext uri="{FF2B5EF4-FFF2-40B4-BE49-F238E27FC236}">
                <a16:creationId xmlns:a16="http://schemas.microsoft.com/office/drawing/2014/main" id="{D8A80C03-976B-60C9-4E4D-5069BD2C53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44881" y="3292425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56">
            <a:extLst>
              <a:ext uri="{FF2B5EF4-FFF2-40B4-BE49-F238E27FC236}">
                <a16:creationId xmlns:a16="http://schemas.microsoft.com/office/drawing/2014/main" id="{1C9B6055-9ACB-DED6-E8E9-31CBBEEDDB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2260" y="2165719"/>
            <a:ext cx="2607484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21CB22F-3B0A-016B-FD06-7DC5C27F9F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2260" y="4073139"/>
            <a:ext cx="2607484" cy="1586712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2FF8C7D0-049A-18E8-0372-9CCDA902E2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024667" y="3292425"/>
            <a:ext cx="502234" cy="273149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100">
                <a:solidFill>
                  <a:srgbClr val="1E55B8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0DFE41B0-5137-8EFE-B896-EA774B6753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972047" y="2165719"/>
            <a:ext cx="2607484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AC9FDF7-A4CA-E07D-729E-C06D088D46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972047" y="4073139"/>
            <a:ext cx="2607484" cy="1586712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686F26A8-AF98-7B86-DBC5-D9E150BD0FB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22D54DFC-3413-477B-8902-42DBC0F9BC2F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16EB87FE-66C4-D742-08EE-06A74F08601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CCAC3247-6E8C-71D3-BB24-749C8CC1C7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559C3F-1034-4FB7-B796-91B7B43FB1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94277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F3E2-8E0E-41A5-8543-CDAC93633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358" y="619057"/>
            <a:ext cx="3759198" cy="5594701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A046A-F230-3A05-8F7B-A80258829FF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071E538-221C-4454-940A-707097DA8960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6D88C-4DC6-8D46-89B8-BB0FDADB24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26795-1506-0F24-451F-A48C11F6E3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4F886D-886D-4057-9828-33FD47021503}" type="slidenum">
              <a:t>‹#›</a:t>
            </a:fld>
            <a:endParaRPr lang="en-US"/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50D75C94-1AB4-8F7F-1E44-0178A9AC5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3">
            <a:extLst>
              <a:ext uri="{FF2B5EF4-FFF2-40B4-BE49-F238E27FC236}">
                <a16:creationId xmlns:a16="http://schemas.microsoft.com/office/drawing/2014/main" id="{5BF0E730-B39C-5502-3919-7717639C9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4">
            <a:extLst>
              <a:ext uri="{FF2B5EF4-FFF2-40B4-BE49-F238E27FC236}">
                <a16:creationId xmlns:a16="http://schemas.microsoft.com/office/drawing/2014/main" id="{59D65C9B-0D29-0C20-83F2-AD90B318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5">
            <a:extLst>
              <a:ext uri="{FF2B5EF4-FFF2-40B4-BE49-F238E27FC236}">
                <a16:creationId xmlns:a16="http://schemas.microsoft.com/office/drawing/2014/main" id="{375F4A93-3F33-FF0E-5DE6-324016DFA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6">
            <a:extLst>
              <a:ext uri="{FF2B5EF4-FFF2-40B4-BE49-F238E27FC236}">
                <a16:creationId xmlns:a16="http://schemas.microsoft.com/office/drawing/2014/main" id="{DCBF06C9-8BED-B719-A8D2-1C34F6E6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7">
            <a:extLst>
              <a:ext uri="{FF2B5EF4-FFF2-40B4-BE49-F238E27FC236}">
                <a16:creationId xmlns:a16="http://schemas.microsoft.com/office/drawing/2014/main" id="{84D1994E-36B3-67DC-8094-3C157872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8">
            <a:extLst>
              <a:ext uri="{FF2B5EF4-FFF2-40B4-BE49-F238E27FC236}">
                <a16:creationId xmlns:a16="http://schemas.microsoft.com/office/drawing/2014/main" id="{1B1FA8F6-70CB-F804-84F1-1A1C38135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954401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 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9">
            <a:extLst>
              <a:ext uri="{FF2B5EF4-FFF2-40B4-BE49-F238E27FC236}">
                <a16:creationId xmlns:a16="http://schemas.microsoft.com/office/drawing/2014/main" id="{7218E79B-C052-7491-CAB4-541E8A2C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20">
            <a:extLst>
              <a:ext uri="{FF2B5EF4-FFF2-40B4-BE49-F238E27FC236}">
                <a16:creationId xmlns:a16="http://schemas.microsoft.com/office/drawing/2014/main" id="{9D0BAF76-386F-6ECA-A782-991F5146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21">
            <a:extLst>
              <a:ext uri="{FF2B5EF4-FFF2-40B4-BE49-F238E27FC236}">
                <a16:creationId xmlns:a16="http://schemas.microsoft.com/office/drawing/2014/main" id="{5BEA6653-CF5F-DB99-91D6-C8040182B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22">
            <a:extLst>
              <a:ext uri="{FF2B5EF4-FFF2-40B4-BE49-F238E27FC236}">
                <a16:creationId xmlns:a16="http://schemas.microsoft.com/office/drawing/2014/main" id="{E9C69B7C-E838-E889-8536-27671A0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23">
            <a:extLst>
              <a:ext uri="{FF2B5EF4-FFF2-40B4-BE49-F238E27FC236}">
                <a16:creationId xmlns:a16="http://schemas.microsoft.com/office/drawing/2014/main" id="{4579B4DC-855C-D0A5-F0D6-5FC2F9D1C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24">
            <a:extLst>
              <a:ext uri="{FF2B5EF4-FFF2-40B4-BE49-F238E27FC236}">
                <a16:creationId xmlns:a16="http://schemas.microsoft.com/office/drawing/2014/main" id="{6573C618-D63C-8D73-DD0F-0313E03AA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25">
            <a:extLst>
              <a:ext uri="{FF2B5EF4-FFF2-40B4-BE49-F238E27FC236}">
                <a16:creationId xmlns:a16="http://schemas.microsoft.com/office/drawing/2014/main" id="{45FC3AA7-7CB4-607C-2317-8C9C95344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D85ACA0-A379-7525-D502-1AE68491BB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358" y="619057"/>
            <a:ext cx="3759198" cy="559470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EA0C311E-E938-A754-D814-49B5505CF4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619057"/>
            <a:ext cx="61483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C4E63E2-FE52-D780-2424-22446FD32C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1408486"/>
            <a:ext cx="61483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7EE9EBED-6681-6EA2-ECD6-AE653A4DB4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2698275"/>
            <a:ext cx="61483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4DDA6CA-C89B-A4CB-0D8E-DE6764F410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3487704"/>
            <a:ext cx="61483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87AB2CBA-FD64-EB59-8BBB-D6B229268B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4777483"/>
            <a:ext cx="61483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8AF7B91-A75F-311E-CB7C-E9EADA2CD3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559" y="5566922"/>
            <a:ext cx="61483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5">
            <a:extLst>
              <a:ext uri="{FF2B5EF4-FFF2-40B4-BE49-F238E27FC236}">
                <a16:creationId xmlns:a16="http://schemas.microsoft.com/office/drawing/2014/main" id="{D63BABC3-D1FD-E3EF-748D-168B9460529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287307A-3536-4A34-9A8D-5C22A496F318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75DE5B3B-B3B3-71F7-69FB-B8DFA63CBD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CF787D35-5975-920E-7DDB-1CDDAC4E2A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E60484-1487-4367-8D4E-F4472F67EA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1847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 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52ADC035-817F-6795-5865-48B4509A7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84C77AF9-AF6D-E307-B073-6B80D1958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3">
            <a:extLst>
              <a:ext uri="{FF2B5EF4-FFF2-40B4-BE49-F238E27FC236}">
                <a16:creationId xmlns:a16="http://schemas.microsoft.com/office/drawing/2014/main" id="{99670A9D-3769-D1B9-5EE3-9CDDD978E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BD483962-22F6-7C1E-C3A0-9A344028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5">
            <a:extLst>
              <a:ext uri="{FF2B5EF4-FFF2-40B4-BE49-F238E27FC236}">
                <a16:creationId xmlns:a16="http://schemas.microsoft.com/office/drawing/2014/main" id="{47F8AAE1-D5B7-CD49-58CC-F39944A2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6">
            <a:extLst>
              <a:ext uri="{FF2B5EF4-FFF2-40B4-BE49-F238E27FC236}">
                <a16:creationId xmlns:a16="http://schemas.microsoft.com/office/drawing/2014/main" id="{91BAF65F-6325-98DA-1E4A-EFADE06A8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7">
            <a:extLst>
              <a:ext uri="{FF2B5EF4-FFF2-40B4-BE49-F238E27FC236}">
                <a16:creationId xmlns:a16="http://schemas.microsoft.com/office/drawing/2014/main" id="{1C388199-4BA5-E754-EB25-ACEA4B58F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5286FB5-E1D6-1C23-8C22-21C2301F99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3" y="587547"/>
            <a:ext cx="10180801" cy="1288801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B7200849-D5A1-06DA-6A66-07EEFDFD44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2190646"/>
            <a:ext cx="464968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4EDA2E7-A8A3-B8B0-B2FA-3D6C9EA771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2980084"/>
            <a:ext cx="4649687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E61D0300-EC39-D442-C091-B52DEAD172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2190646"/>
            <a:ext cx="464968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310119A-FB36-0947-3BB3-7EC6E4CA1E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2980084"/>
            <a:ext cx="4649687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2BA6DA93-8A14-6C38-143C-C49FC02A85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4048213"/>
            <a:ext cx="464968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60393A-1202-4AF4-00F8-25934493A6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4837651"/>
            <a:ext cx="4649687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5BEA8524-8382-4177-7B2D-F136D1BE4C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4048213"/>
            <a:ext cx="4649687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F068BC5-718C-FF70-CEEB-DB7785BADC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4837651"/>
            <a:ext cx="4649687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956735EF-0D2C-AA1B-CF83-46544169C2E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CE973106-8D20-4A02-917A-1850CB0B8922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78288FF3-CF3A-F269-AF74-DF0C824E44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A4C69D41-1F55-0680-DB60-3CBB22B44A0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9A68F5-EC76-4208-9C38-4FE70C66E4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0298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 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5424894E-B26D-3B98-867F-C5DDF6507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30F931DE-8696-4D21-AAC9-943BA4DF6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54564343-CFBE-93BF-C2D3-2772F130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16108EF8-E5CC-9084-B20F-20E8534A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1B2C103E-5C06-504C-3E70-8DF9E7F11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4E128F02-A498-1C8C-FEB1-B9F1DCCC8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A5F6E1F2-1C80-78BB-B9C4-DE3DBCDEB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EEA0943-7F8A-44BA-9923-93A29DF51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8660B480-9FA4-7E75-C7D8-C3ECBD63B0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2190646"/>
            <a:ext cx="4649687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1CE2693-9C79-0301-60FD-093582ED33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2980084"/>
            <a:ext cx="4649687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59FC6A58-50D9-6571-7EAC-F903AA6D23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2190646"/>
            <a:ext cx="4649687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55B755C-2964-020A-81C2-A27AB4EB12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2980084"/>
            <a:ext cx="4649687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7F8C20A4-F60D-23CE-DA38-F1255593FC4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4048213"/>
            <a:ext cx="4649687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68764A-E215-BD86-1048-98475102DA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038" y="4837651"/>
            <a:ext cx="4649687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6771BC8F-B18C-9F87-91D4-914903E551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4048213"/>
            <a:ext cx="4649687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CD72F65-B449-D4CC-0E12-D5C705CFE6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25797" y="4837651"/>
            <a:ext cx="4649687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B84DE127-9A97-7F09-87E0-BAC916273D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6D97FEBD-9BD9-4204-BFB6-19768E0CB9F3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0FCB5A01-27A1-DD45-D11F-42EF4B95B5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89E769F-43E4-3E12-1AC3-A6CA6FE3B4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87F38D-A8AB-465F-9C3C-F03D4612D5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06903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 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42C876BE-E5DC-96CA-12A4-740D4C030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00DAA327-EAA1-AA63-0A0E-AD2C4FF38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3">
            <a:extLst>
              <a:ext uri="{FF2B5EF4-FFF2-40B4-BE49-F238E27FC236}">
                <a16:creationId xmlns:a16="http://schemas.microsoft.com/office/drawing/2014/main" id="{E13B11DC-A9F6-94D1-F2B7-8C967636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97E7A07A-95D6-8871-B1AB-4F1DF98BA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5">
            <a:extLst>
              <a:ext uri="{FF2B5EF4-FFF2-40B4-BE49-F238E27FC236}">
                <a16:creationId xmlns:a16="http://schemas.microsoft.com/office/drawing/2014/main" id="{7FBCF9CF-FF1D-6AE9-DFDD-19CCDA272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6">
            <a:extLst>
              <a:ext uri="{FF2B5EF4-FFF2-40B4-BE49-F238E27FC236}">
                <a16:creationId xmlns:a16="http://schemas.microsoft.com/office/drawing/2014/main" id="{3D4A88CD-F934-DFD2-F968-4C3D8FF02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7">
            <a:extLst>
              <a:ext uri="{FF2B5EF4-FFF2-40B4-BE49-F238E27FC236}">
                <a16:creationId xmlns:a16="http://schemas.microsoft.com/office/drawing/2014/main" id="{C302DECC-DF20-61E1-17F2-F5476C94C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006315-B909-A4C5-02DD-DD6D6A278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358" y="619057"/>
            <a:ext cx="3759198" cy="559470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A1E18412-857D-98D3-66B2-EF30C3022D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6975" y="1747299"/>
            <a:ext cx="3175793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BA75D2D-AB62-4BA4-6C3A-B1FBCF0B4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6975" y="2536737"/>
            <a:ext cx="3175793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9DB33452-C26C-E086-F9E2-DA9B97C461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53273" y="1747299"/>
            <a:ext cx="3175793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AA0AC3E-FB92-0BCD-52D8-BDA2CE48C7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53273" y="2536737"/>
            <a:ext cx="3175793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30C824DF-8E9B-D193-8A93-A9F7501450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6975" y="3604866"/>
            <a:ext cx="3175793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C86A7F6-97BF-7A79-FEED-712C1C5085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6975" y="4394304"/>
            <a:ext cx="3175793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DD362156-CD1B-107C-1404-B64C6361B3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53273" y="3604866"/>
            <a:ext cx="3175793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7964172-3F3C-2B3E-C98C-7E0DBA5699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53273" y="4394304"/>
            <a:ext cx="3175793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35DF37F6-4BA3-3FB8-FD4C-5E89C1C7D21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03ED9985-5073-447E-81A4-D4566C711415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E32F3DA5-7D1A-4E4F-69BE-22A85D22AC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BDD32A8F-F2C4-C15E-2796-519BC7FEE4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9F1CEC-AA8D-4177-A8DC-CCD6F9C9B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03606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 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F43B240-CFD1-882E-833B-BFDBF974B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D4DA5996-0A98-B186-0579-0AEF6FB49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67D2562A-2782-091A-1EE6-41250964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052D7E43-AE16-BF02-EF1C-FE2DE14A5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9D85D45B-C3A2-DC25-CCAC-C24A97451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93F1E688-C085-61EA-ECCB-D3081D77A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48518044-6095-2FCF-FB63-A409448D6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: Rounded Corners 162">
            <a:extLst>
              <a:ext uri="{FF2B5EF4-FFF2-40B4-BE49-F238E27FC236}">
                <a16:creationId xmlns:a16="http://schemas.microsoft.com/office/drawing/2014/main" id="{12E4D225-9D5C-05C9-43D9-564E3A0F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1" y="4085813"/>
            <a:ext cx="4998988" cy="197068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DAB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0" name="Rectangle: Rounded Corners 163">
            <a:extLst>
              <a:ext uri="{FF2B5EF4-FFF2-40B4-BE49-F238E27FC236}">
                <a16:creationId xmlns:a16="http://schemas.microsoft.com/office/drawing/2014/main" id="{AE6EE28F-BA48-44EA-08BA-97F7CA0F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6" y="4085813"/>
            <a:ext cx="4998988" cy="197068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DAB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1" name="Rectangle: Rounded Corners 161">
            <a:extLst>
              <a:ext uri="{FF2B5EF4-FFF2-40B4-BE49-F238E27FC236}">
                <a16:creationId xmlns:a16="http://schemas.microsoft.com/office/drawing/2014/main" id="{872F4061-B6A8-B5B5-DDBA-BAE47E4C1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1" y="2000862"/>
            <a:ext cx="4998988" cy="197068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DAB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12" name="Rectangle: Rounded Corners 160">
            <a:extLst>
              <a:ext uri="{FF2B5EF4-FFF2-40B4-BE49-F238E27FC236}">
                <a16:creationId xmlns:a16="http://schemas.microsoft.com/office/drawing/2014/main" id="{9641A38A-5A9F-F8D1-9219-7B832969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6" y="1998850"/>
            <a:ext cx="5002682" cy="197068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DAB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pic>
        <p:nvPicPr>
          <p:cNvPr id="13" name="Graphic 9">
            <a:extLst>
              <a:ext uri="{FF2B5EF4-FFF2-40B4-BE49-F238E27FC236}">
                <a16:creationId xmlns:a16="http://schemas.microsoft.com/office/drawing/2014/main" id="{8A75896D-7EA0-7305-CA96-826B37F5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227" y="3153098"/>
            <a:ext cx="813532" cy="8172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0">
            <a:extLst>
              <a:ext uri="{FF2B5EF4-FFF2-40B4-BE49-F238E27FC236}">
                <a16:creationId xmlns:a16="http://schemas.microsoft.com/office/drawing/2014/main" id="{F5453423-AAFE-B7FF-0400-E2C13E653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47721" y="3145700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phic 11">
            <a:extLst>
              <a:ext uri="{FF2B5EF4-FFF2-40B4-BE49-F238E27FC236}">
                <a16:creationId xmlns:a16="http://schemas.microsoft.com/office/drawing/2014/main" id="{1D54A23D-4A7D-E3BC-BAD4-9D14E4A0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799991" flipH="1">
            <a:off x="5232022" y="4084551"/>
            <a:ext cx="813532" cy="8246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Graphic 19">
            <a:extLst>
              <a:ext uri="{FF2B5EF4-FFF2-40B4-BE49-F238E27FC236}">
                <a16:creationId xmlns:a16="http://schemas.microsoft.com/office/drawing/2014/main" id="{B9884824-8DDE-2B1F-2C06-76A2BD5A6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799991">
            <a:off x="6147721" y="4084551"/>
            <a:ext cx="824624" cy="82462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5830B6DB-D43A-0F27-F143-A2E456641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" name="Content Placeholder 25">
            <a:extLst>
              <a:ext uri="{FF2B5EF4-FFF2-40B4-BE49-F238E27FC236}">
                <a16:creationId xmlns:a16="http://schemas.microsoft.com/office/drawing/2014/main" id="{335CCEBF-CEC5-D085-3A06-E7D2061950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63149" y="2262701"/>
            <a:ext cx="2628360" cy="52069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8">
            <a:extLst>
              <a:ext uri="{FF2B5EF4-FFF2-40B4-BE49-F238E27FC236}">
                <a16:creationId xmlns:a16="http://schemas.microsoft.com/office/drawing/2014/main" id="{178B9894-62CD-F11E-E688-8D84E216806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63149" y="3044860"/>
            <a:ext cx="2628899" cy="52069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5">
            <a:extLst>
              <a:ext uri="{FF2B5EF4-FFF2-40B4-BE49-F238E27FC236}">
                <a16:creationId xmlns:a16="http://schemas.microsoft.com/office/drawing/2014/main" id="{86AB8401-69E4-4EB6-B04F-6C9CDFADC27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63149" y="4349215"/>
            <a:ext cx="2628360" cy="52069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8">
            <a:extLst>
              <a:ext uri="{FF2B5EF4-FFF2-40B4-BE49-F238E27FC236}">
                <a16:creationId xmlns:a16="http://schemas.microsoft.com/office/drawing/2014/main" id="{24A94282-49FC-0E08-A185-BE0527BD16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63149" y="5131375"/>
            <a:ext cx="2628899" cy="52069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5">
            <a:extLst>
              <a:ext uri="{FF2B5EF4-FFF2-40B4-BE49-F238E27FC236}">
                <a16:creationId xmlns:a16="http://schemas.microsoft.com/office/drawing/2014/main" id="{95BE10F2-5EB0-909C-F496-8ABC2D2D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00486" y="2262701"/>
            <a:ext cx="2628360" cy="520695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8">
            <a:extLst>
              <a:ext uri="{FF2B5EF4-FFF2-40B4-BE49-F238E27FC236}">
                <a16:creationId xmlns:a16="http://schemas.microsoft.com/office/drawing/2014/main" id="{FA6646C8-0EA6-3B28-CFFA-2B720ED6999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00486" y="3044860"/>
            <a:ext cx="2628899" cy="520695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5">
            <a:extLst>
              <a:ext uri="{FF2B5EF4-FFF2-40B4-BE49-F238E27FC236}">
                <a16:creationId xmlns:a16="http://schemas.microsoft.com/office/drawing/2014/main" id="{088ED4AA-0E2C-31E9-BDF0-C56EE485176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00486" y="4349215"/>
            <a:ext cx="2628360" cy="520695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8">
            <a:extLst>
              <a:ext uri="{FF2B5EF4-FFF2-40B4-BE49-F238E27FC236}">
                <a16:creationId xmlns:a16="http://schemas.microsoft.com/office/drawing/2014/main" id="{F4D3B91C-7D79-96AF-F295-12D3E164FF2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00486" y="5131375"/>
            <a:ext cx="2628899" cy="520695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FD1749D4-5892-3374-459E-EC8658B9C2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B1FB78A9-2493-44F6-BA50-8FEFA93AD681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F7C1289F-E329-AED4-D3A3-A8A42F3817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E2B2BA47-5E99-0CDF-FEE7-28D3DCB2FE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11FE96-D151-4250-846E-4340FC7CCF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263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1DB029BA-5630-C3B5-EDBF-6BEB4CAC1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500E9E76-7F37-B120-6413-31256F3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905C7743-D5BC-D18D-F051-C4BEDB7CC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B796B1C6-15E9-B4F9-459C-6EACCEB1B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66A6AE73-ABDD-C6FF-065C-8D237F9E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3E2D696D-9324-BF83-0253-66E5B310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A4E0E205-47FE-B67F-2728-D4A37CD6D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7E8E9CC-F976-0902-1C8F-57C8CAA0B7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97" y="500240"/>
            <a:ext cx="11475601" cy="1073478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476ED43F-8A39-6BE9-4B50-3F113E8FCA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16" y="1796210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9B03562-32CE-B907-35A8-C62591A6026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16" y="2585639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1DA4B8F4-C2CF-5CF0-0B8F-0208563106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1796210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8FAEEBE-A5FA-8CDD-950F-7E39841C27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2585639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3272B9A2-942D-83B9-94CF-AC989C09B9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16" y="3344207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471E62-F445-3DBD-5D3C-8EBA7000B4A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16" y="4133645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4793A545-E953-774C-B9E5-6FE15F61239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3344207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CC513E0-C1C6-7FD4-E551-54C948FA939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4133645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6">
            <a:extLst>
              <a:ext uri="{FF2B5EF4-FFF2-40B4-BE49-F238E27FC236}">
                <a16:creationId xmlns:a16="http://schemas.microsoft.com/office/drawing/2014/main" id="{7ED31A05-DC78-BC74-62CB-CC1F04A62D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16" y="4896035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6436EB9-E7DF-D581-AB54-97E9E457420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82107" y="5685474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017BB925-9BD7-6C44-8970-2B7B4C1A75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4896035"/>
            <a:ext cx="2624629" cy="619140"/>
          </a:xfrm>
        </p:spPr>
        <p:txBody>
          <a:bodyPr anchor="b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E6594E-C545-E26F-424B-1376714774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6038" y="5685474"/>
            <a:ext cx="2624629" cy="466490"/>
          </a:xfrm>
        </p:spPr>
        <p:txBody>
          <a:bodyPr anchorCtr="1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41AD46CA-9C55-7ABE-57DE-B7B462F43C9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7E973F95-2924-4EC8-ADC3-5EBAD7560E8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D3240B7F-4F9B-388C-E193-9142A8E705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2A339CF5-4E98-D930-DD1C-E029E39BFE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4E57F3-D5E3-4E11-A76E-B6316CF217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92874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F680DD1-FBE0-004C-C6E7-E2FB6179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4F82538C-12F9-97B4-3D3F-2A420F935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92E52A4D-D74C-9D61-3A65-BBC7B68F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5">
            <a:extLst>
              <a:ext uri="{FF2B5EF4-FFF2-40B4-BE49-F238E27FC236}">
                <a16:creationId xmlns:a16="http://schemas.microsoft.com/office/drawing/2014/main" id="{94A96418-AD71-F7AF-7DE5-70C33AE5C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0BA28C68-22C3-68D6-52A7-D6744EAE2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7">
            <a:extLst>
              <a:ext uri="{FF2B5EF4-FFF2-40B4-BE49-F238E27FC236}">
                <a16:creationId xmlns:a16="http://schemas.microsoft.com/office/drawing/2014/main" id="{DF2A43DF-6088-3E73-A30A-249784C1D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3A57BC2F-EBD3-4624-C5A6-F71C6352F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1549121-E909-8885-235F-602A45ACF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3" y="587547"/>
            <a:ext cx="10180801" cy="128880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DECCCD2C-367F-ADA3-0399-B0C9A11CA4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943" y="2406325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C87CB98-7D5B-2B8F-BFDE-C24249E15E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943" y="3195754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736D4655-DC93-552D-A40C-2228961C4F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0242" y="2406325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BE86EF4-93FA-0C65-6EF3-714451100E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0242" y="3195754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6">
            <a:extLst>
              <a:ext uri="{FF2B5EF4-FFF2-40B4-BE49-F238E27FC236}">
                <a16:creationId xmlns:a16="http://schemas.microsoft.com/office/drawing/2014/main" id="{DF251896-26BC-3E30-9810-B74E4141D1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6550" y="2408575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E6E1B66-49DB-83DF-3EB2-24E5513380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6550" y="3198004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6C4C7A46-8AE2-47AE-DB75-D989B56186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943" y="4263892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5DB036E-034C-FF94-A063-A3E26B5B88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3943" y="5053321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6">
            <a:extLst>
              <a:ext uri="{FF2B5EF4-FFF2-40B4-BE49-F238E27FC236}">
                <a16:creationId xmlns:a16="http://schemas.microsoft.com/office/drawing/2014/main" id="{6DBA85F5-7D15-B0CC-DB68-8CDC571A60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0242" y="4263892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05A8062-020E-BC67-41E6-0DA643DD08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0242" y="5053321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9C40A68E-40E0-39E2-7ED7-2D274C8A65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6550" y="4266142"/>
            <a:ext cx="2887089" cy="6191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5AE495"/>
                </a:solidFill>
                <a:latin typeface="Poppins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903FED8-6E48-3F0D-D064-A457DA3699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6550" y="5055571"/>
            <a:ext cx="2887089" cy="4664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7F465C0C-895E-A38B-6712-9D33DC6C87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1578A8B0-6600-4F47-8E2C-5811EB47D6C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5E060422-528A-586C-570E-BC1B2FC7310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A1BAC13C-0C29-B9EA-5B5A-A2135BE22E4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B296C4-4259-472D-B12F-553AA1DD08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30103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E394F5-E44E-28C7-7601-400ECD84A0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26592645-AC56-4999-879E-96B81E4E062E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6015F-57FE-E96D-2BC8-509CBC9F40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0688-D864-DC42-5806-11CBC4FD22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5F2085-A5AB-4E74-8412-A6AA6BB4BD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29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5BD5-85D5-C887-AF9B-46D429442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831921"/>
            <a:ext cx="3595631" cy="1757504"/>
          </a:xfrm>
        </p:spPr>
        <p:txBody>
          <a:bodyPr anchor="t"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2D3410-29EB-9B7F-040A-094FC060A2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4000" y="2724912"/>
            <a:ext cx="3595631" cy="3301166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30D7C3-E20E-AFBD-9144-E5AC05945D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07740" y="831921"/>
            <a:ext cx="6440256" cy="519415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0C67C-7916-EE5D-F460-A526E2300D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9C45AB57-3C8A-46A1-875E-2911954A49CC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83B8-8259-2D4E-2D69-CC8B4A7580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D94D2-9ED4-B587-A238-58BF5CB41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DF01B5-F563-4F8A-987E-E13E0C728C1C}" type="slidenum"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F49C77F-3821-8ED4-8C42-C6E861C9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B232AA0-5E07-481E-E3AF-C53BE59BF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1B4F34-FE0A-857E-2F01-A423EB5D2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3F120C9-2DFD-2ABB-BA9D-F3F7D61BA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1413F13-D897-20BD-280A-02E5080F2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17CBDE-F254-660F-6FC1-14D4CBE96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E1F2A40-9D61-20AC-56F0-DDB6C9A9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916429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D2B4-B85B-7706-2E06-D7BCAB7B2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831921"/>
            <a:ext cx="3595631" cy="2212308"/>
          </a:xfrm>
        </p:spPr>
        <p:txBody>
          <a:bodyPr anchor="t"/>
          <a:lstStyle>
            <a:lvl1pPr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96FDDD3-AB04-9B69-CA6A-CB13CEF5744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9020" y="3260037"/>
            <a:ext cx="3585581" cy="2766041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C288A58-B6E7-FD25-1FB0-C3E6D29C7E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063316" y="831921"/>
            <a:ext cx="6284680" cy="5194157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8E2DE-0098-152A-BEB0-7B79508153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03/12/2025</a:t>
            </a:r>
            <a:fld id="{D1CAD0D4-7517-4C25-ABD1-EFF030115FA9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E686-4ADB-4DF6-00D7-2B7BBAC58D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3FBA0-C208-074B-A5F1-62BDB54962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204576-D3C4-4643-AA64-B97DE7AB3239}" type="slidenum"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838BD1-3897-A114-474B-9BF4D5007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3938ED-CB7A-F3EE-1364-8FFF93D91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9EDD76-6F5D-22B2-8348-B6E68CF4E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522D77-D6D6-6B45-2446-88FE4DC0A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1A04275-BDF8-2941-46E5-0835843DE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4E7E045-5E75-D62C-4613-84C5D107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A949841-C536-F0A6-B49D-3958C64AA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0694464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755F-2365-81CF-B933-771DC41144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7173" y="831921"/>
            <a:ext cx="7342302" cy="1791218"/>
          </a:xfrm>
        </p:spPr>
        <p:txBody>
          <a:bodyPr anchor="b">
            <a:noAutofit/>
          </a:bodyPr>
          <a:lstStyle>
            <a:lvl1pPr>
              <a:defRPr sz="6000"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D0391CF-1BE4-48EA-A77C-62FE81F6BAE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60422" y="3280492"/>
            <a:ext cx="10503996" cy="2743200"/>
          </a:xfrm>
        </p:spPr>
        <p:txBody>
          <a:bodyPr/>
          <a:lstStyle>
            <a:lvl1pPr marL="0" indent="0">
              <a:buNone/>
              <a:defRPr sz="1400">
                <a:solidFill>
                  <a:srgbClr val="1E55B8"/>
                </a:solidFill>
              </a:defRPr>
            </a:lvl1pPr>
            <a:lvl2pPr marL="228600" indent="0">
              <a:buNone/>
              <a:defRPr sz="1200">
                <a:solidFill>
                  <a:srgbClr val="1E55B8"/>
                </a:solidFill>
              </a:defRPr>
            </a:lvl2pPr>
            <a:lvl3pPr marL="457200" indent="0">
              <a:buNone/>
              <a:defRPr sz="1100">
                <a:solidFill>
                  <a:srgbClr val="1E55B8"/>
                </a:solidFill>
              </a:defRPr>
            </a:lvl3pPr>
            <a:lvl4pPr marL="685800" indent="0">
              <a:buNone/>
              <a:defRPr sz="1050">
                <a:solidFill>
                  <a:srgbClr val="1E55B8"/>
                </a:solidFill>
              </a:defRPr>
            </a:lvl4pPr>
            <a:lvl5pPr marL="914400" indent="0">
              <a:buNone/>
              <a:defRPr sz="1050">
                <a:solidFill>
                  <a:srgbClr val="1E55B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587D1-7DF2-4AE3-84F0-758A4D2157C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27162269-A5A3-4BA1-BE1A-5BA490AD014A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58F-69A2-99C2-3099-0BCDABB3AE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96E0-67F7-872E-62BF-BF71DBD250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fld id="{E29AB25D-0E83-4191-97B6-770D08E37D28}" type="slidenum">
              <a:t>‹#›</a:t>
            </a:fld>
            <a:endParaRPr lang="en-US"/>
          </a:p>
        </p:txBody>
      </p:sp>
      <p:pic>
        <p:nvPicPr>
          <p:cNvPr id="7" name="Graphic 2">
            <a:extLst>
              <a:ext uri="{FF2B5EF4-FFF2-40B4-BE49-F238E27FC236}">
                <a16:creationId xmlns:a16="http://schemas.microsoft.com/office/drawing/2014/main" id="{7CADEBE0-155F-61F5-61F3-3012FCA21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8875F3E4-44CD-EA98-758C-E23DBEF9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442286E-FB4E-399A-B854-6D5160BF6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B63790-5C1D-003F-6AAB-F7C1CE8CE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B955148-1C98-53A1-7EC8-DD2A5CCD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2482CB-EC03-F4EC-D8E3-37076626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67547FB-73E1-28A6-04CB-82D6A04D0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30240982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7C0C-EFA6-082D-7C9E-A824BE4F74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00" y="1627321"/>
            <a:ext cx="8430767" cy="1842022"/>
          </a:xfrm>
        </p:spPr>
        <p:txBody>
          <a:bodyPr anchor="b">
            <a:noAutofit/>
          </a:bodyPr>
          <a:lstStyle>
            <a:lvl1pPr>
              <a:defRPr sz="6000"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A6D7E40-1ED5-0AB2-7D97-B8FA012E4FE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44128" y="3622669"/>
            <a:ext cx="8430639" cy="127961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E55B8"/>
                </a:solidFill>
              </a:defRPr>
            </a:lvl1pPr>
            <a:lvl2pPr marL="228600" indent="0">
              <a:buNone/>
              <a:defRPr sz="1200">
                <a:solidFill>
                  <a:srgbClr val="1E55B8"/>
                </a:solidFill>
              </a:defRPr>
            </a:lvl2pPr>
            <a:lvl3pPr marL="457200" indent="0">
              <a:buNone/>
              <a:defRPr sz="1100">
                <a:solidFill>
                  <a:srgbClr val="1E55B8"/>
                </a:solidFill>
              </a:defRPr>
            </a:lvl3pPr>
            <a:lvl4pPr marL="685800" indent="0">
              <a:buNone/>
              <a:defRPr sz="1050">
                <a:solidFill>
                  <a:srgbClr val="1E55B8"/>
                </a:solidFill>
              </a:defRPr>
            </a:lvl4pPr>
            <a:lvl5pPr marL="914400" indent="0">
              <a:buNone/>
              <a:defRPr sz="1000">
                <a:solidFill>
                  <a:srgbClr val="1E55B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CFBAE-4FF7-3829-AC29-CC3599DF79F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8586012C-90F9-4775-985C-5965F574D552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7F1E-7732-FC95-91B3-7BE7221EED6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55B52-642B-3F0E-D3C5-F924CDAA31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1E55B8"/>
                </a:solidFill>
              </a:defRPr>
            </a:lvl1pPr>
          </a:lstStyle>
          <a:p>
            <a:pPr lvl="0"/>
            <a:fld id="{316EC1CB-837B-43FB-80CC-AF6EF2E91840}" type="slidenum">
              <a:t>‹#›</a:t>
            </a:fld>
            <a:endParaRPr lang="en-US"/>
          </a:p>
        </p:txBody>
      </p:sp>
      <p:pic>
        <p:nvPicPr>
          <p:cNvPr id="7" name="Graphic 2">
            <a:extLst>
              <a:ext uri="{FF2B5EF4-FFF2-40B4-BE49-F238E27FC236}">
                <a16:creationId xmlns:a16="http://schemas.microsoft.com/office/drawing/2014/main" id="{906021EC-6D8F-8FBB-DBFC-00E61B4A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3" y="5928082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4D00728-A2F6-0F89-F86A-C1E338527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 flipH="1">
            <a:off x="11726933" y="6392936"/>
            <a:ext cx="465063" cy="465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DB82260-5A67-1AE9-8065-9AA17B5C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3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622905-511E-041F-7DBD-3EB57B907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 flipH="1">
            <a:off x="9" y="487494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842CBCC-1E09-EB5A-B056-66A6B3DD1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39C35E-69DC-1377-5043-C46EA6D35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799991">
            <a:off x="9" y="975326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DAC671-07C9-1CE4-A936-F1A2DE045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6" y="0"/>
            <a:ext cx="487713" cy="48771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418640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6CA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0">
            <a:extLst>
              <a:ext uri="{FF2B5EF4-FFF2-40B4-BE49-F238E27FC236}">
                <a16:creationId xmlns:a16="http://schemas.microsoft.com/office/drawing/2014/main" id="{7BF3E30C-46D0-D5B9-D95D-C394B3C47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946090" y="442970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1">
            <a:extLst>
              <a:ext uri="{FF2B5EF4-FFF2-40B4-BE49-F238E27FC236}">
                <a16:creationId xmlns:a16="http://schemas.microsoft.com/office/drawing/2014/main" id="{618CA96F-DAB5-68D8-4521-62B6EC373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442970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2">
            <a:extLst>
              <a:ext uri="{FF2B5EF4-FFF2-40B4-BE49-F238E27FC236}">
                <a16:creationId xmlns:a16="http://schemas.microsoft.com/office/drawing/2014/main" id="{D30B87E4-CDF5-150C-9EDD-E0572B4E4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4258" y="442970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3">
            <a:extLst>
              <a:ext uri="{FF2B5EF4-FFF2-40B4-BE49-F238E27FC236}">
                <a16:creationId xmlns:a16="http://schemas.microsoft.com/office/drawing/2014/main" id="{4E4E74C1-DDDA-EFB6-B236-E13E90E3E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454258" y="3184370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9BD3EE49-3EB6-E8F8-7043-C04F7453C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>
            <a:off x="10946081" y="3184361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15">
            <a:extLst>
              <a:ext uri="{FF2B5EF4-FFF2-40B4-BE49-F238E27FC236}">
                <a16:creationId xmlns:a16="http://schemas.microsoft.com/office/drawing/2014/main" id="{3A19305C-629D-2673-1B96-393A3880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4737" y="1936955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6">
            <a:extLst>
              <a:ext uri="{FF2B5EF4-FFF2-40B4-BE49-F238E27FC236}">
                <a16:creationId xmlns:a16="http://schemas.microsoft.com/office/drawing/2014/main" id="{FA9853B1-E2FD-3038-3209-EE6F9A3E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799991" flipH="1">
            <a:off x="9697468" y="1936946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raphic 17">
            <a:extLst>
              <a:ext uri="{FF2B5EF4-FFF2-40B4-BE49-F238E27FC236}">
                <a16:creationId xmlns:a16="http://schemas.microsoft.com/office/drawing/2014/main" id="{4B515814-AD29-C9F6-5ADF-F1B1D5433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799991" flipH="1">
            <a:off x="9697468" y="-9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phic 18">
            <a:extLst>
              <a:ext uri="{FF2B5EF4-FFF2-40B4-BE49-F238E27FC236}">
                <a16:creationId xmlns:a16="http://schemas.microsoft.com/office/drawing/2014/main" id="{415FC16B-D823-C82A-1759-D6A291033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9696" y="4425257"/>
            <a:ext cx="1245915" cy="124591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0ED46C6A-3610-59B4-3EEA-F46FA98F7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876296"/>
            <a:ext cx="5372100" cy="5105396"/>
          </a:xfrm>
        </p:spPr>
        <p:txBody>
          <a:bodyPr anchorCtr="1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122A4B18-493E-141A-F982-B49D49B349D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03/12/2025</a:t>
            </a:r>
            <a:fld id="{11BB267E-07C7-46AD-ABEC-BE2978DACF1D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64A7963-6250-7F6F-9171-5041015C95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0752B0B-86B5-7D4E-FBB0-85BF5D2C25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fld id="{B1526D4E-CDF3-4824-A03B-9202716968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124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98D43E-15D3-FEC5-5038-0154E38C6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C2EA7-07FF-BB92-88CF-D7EA5661A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FF3E4-5708-1B31-D145-130A5A3948F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Poppins"/>
              </a:defRPr>
            </a:lvl1pPr>
          </a:lstStyle>
          <a:p>
            <a:pPr lvl="0"/>
            <a:fld id="{4071CE6C-7F79-4BB7-AEEA-227CE2D4A241}" type="datetime1">
              <a:rPr lang="en-US"/>
              <a:pPr lvl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B4C44-F186-2878-571E-BC5EA1F5EDE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Poppins"/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D1272-581C-7964-C84A-371152D87C8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Poppins"/>
              </a:defRPr>
            </a:lvl1pPr>
          </a:lstStyle>
          <a:p>
            <a:pPr lvl="0"/>
            <a:fld id="{58328142-E96F-4A8D-A6F6-92939EB72C9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5AE495"/>
          </a:solidFill>
          <a:uFillTx/>
          <a:latin typeface="Poppins SemiBold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FFFFFF"/>
          </a:solidFill>
          <a:uFillTx/>
          <a:latin typeface="Poppin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FFFFFF"/>
          </a:solidFill>
          <a:uFillTx/>
          <a:latin typeface="Poppin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FFFFFF"/>
          </a:solidFill>
          <a:uFillTx/>
          <a:latin typeface="Poppin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Poppin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474F-A925-3655-3D4C-22AE44AE13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dirty="0"/>
              <a:t>A Report </a:t>
            </a:r>
            <a:r>
              <a:rPr lang="ru-RU" dirty="0" err="1"/>
              <a:t>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06DD0-9054-E7C8-0D62-A4EDE906888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55542" y="4284640"/>
            <a:ext cx="6027057" cy="1245915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oppins SemiBold"/>
              </a:rPr>
              <a:t>Topic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DDD2A-1A34-B8D6-0A8B-D31B7E5449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0397" y="5823594"/>
            <a:ext cx="2398388" cy="239709"/>
          </a:xfrm>
        </p:spPr>
        <p:txBody>
          <a:bodyPr anchor="b">
            <a:no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Presenter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3B5B-A342-44E8-35D3-C80F4ADAD33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Agenda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A68E999-2F20-0208-E213-2BFFBE480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36AE-FF74-8B84-BC2F-18A28668D5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Slide 1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2030AC8-068D-AD3D-AE43-D25B4EA2C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040-36B0-91B1-F4FB-19663F198BC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等线</vt:lpstr>
      <vt:lpstr>Aptos</vt:lpstr>
      <vt:lpstr>Arial</vt:lpstr>
      <vt:lpstr>Poppins</vt:lpstr>
      <vt:lpstr>Poppins SemiBold</vt:lpstr>
      <vt:lpstr>Custom</vt:lpstr>
      <vt:lpstr>A Report on</vt:lpstr>
      <vt:lpstr>Agenda</vt:lpstr>
      <vt:lpstr>Slide 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Zekta</dc:creator>
  <cp:lastModifiedBy>Ren Zekta</cp:lastModifiedBy>
  <cp:revision>10</cp:revision>
  <dcterms:created xsi:type="dcterms:W3CDTF">2026-10-26T18:17:53Z</dcterms:created>
  <dcterms:modified xsi:type="dcterms:W3CDTF">2026-10-26T18:40:43Z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