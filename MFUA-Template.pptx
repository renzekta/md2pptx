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6"/>
  </p:notesMasterIdLst>
  <p:sldIdLst>
    <p:sldId id="270" r:id="rId2"/>
    <p:sldId id="273" r:id="rId3"/>
    <p:sldId id="271" r:id="rId4"/>
    <p:sldId id="272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286" autoAdjust="0"/>
  </p:normalViewPr>
  <p:slideViewPr>
    <p:cSldViewPr>
      <p:cViewPr varScale="1">
        <p:scale>
          <a:sx n="109" d="100"/>
          <a:sy n="109" d="100"/>
        </p:scale>
        <p:origin x="57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754D8-7103-4E45-B3A2-3FAA684C25FB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208DC-887F-4B34-8FE0-EEC9DA2814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76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8BB92-FF5D-420D-B990-B9BFEFF71E1B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85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6740" y="548680"/>
            <a:ext cx="8229600" cy="11430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EAE16-5351-4286-8ED5-9258824D3730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156176" y="6356350"/>
            <a:ext cx="2133600" cy="365125"/>
          </a:xfrm>
        </p:spPr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53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64D9E-1F07-4E03-8550-AEBE7BDCA6AD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49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3A8AB-E6E4-4214-BE2D-A949F92A3075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4965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358B-D8E4-4F66-9258-7EDF101A1B19}" type="datetime1">
              <a:rPr lang="ru-RU" smtClean="0"/>
              <a:t>29.10.2026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994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EA859-60CB-4B14-95B8-0D262D9FD385}" type="datetime1">
              <a:rPr lang="ru-RU" smtClean="0"/>
              <a:t>29.10.2026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271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4720C-71C1-4E72-B8F3-ADB3CE2DAB6A}" type="datetime1">
              <a:rPr lang="ru-RU" smtClean="0"/>
              <a:t>29.10.2026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2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B63C-4DE1-4851-AFAB-2A0A73BBE76D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22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7845-D8BA-4A80-8965-C90368CF863A}" type="datetime1">
              <a:rPr lang="ru-RU" smtClean="0"/>
              <a:t>29.10.2026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776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5D151-3A55-4F29-9977-376FABA37879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71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5BE08-E8EB-43A5-80C1-28B3D5E9D029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346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0256" y="6206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763D2-20A2-4DD5-B0E0-5C8BF9814CEB}" type="datetime1">
              <a:rPr lang="ru-RU" smtClean="0"/>
              <a:t>29.10.2026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15617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197FE-8BA4-4795-B65F-1878F90D2E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06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20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540000" algn="l" defTabSz="914400" rtl="0" eaLnBrk="1" latinLnBrk="0" hangingPunct="1">
        <a:spcBef>
          <a:spcPts val="0"/>
        </a:spcBef>
        <a:buFont typeface="Arial" pitchFamily="34" charset="0"/>
        <a:buNone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540000" algn="l" defTabSz="914400" rtl="0" eaLnBrk="1" latinLnBrk="0" hangingPunct="1">
        <a:spcBef>
          <a:spcPts val="0"/>
        </a:spcBef>
        <a:buFont typeface="Arial" pitchFamily="34" charset="0"/>
        <a:buChar char="–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540000" algn="l" defTabSz="914400" rtl="0" eaLnBrk="1" latinLnBrk="0" hangingPunct="1">
        <a:spcBef>
          <a:spcPts val="0"/>
        </a:spcBef>
        <a:buFont typeface="Arial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540000" algn="l" defTabSz="914400" rtl="0" eaLnBrk="1" latinLnBrk="0" hangingPunct="1">
        <a:spcBef>
          <a:spcPts val="0"/>
        </a:spcBef>
        <a:buFont typeface="Arial" pitchFamily="34" charset="0"/>
        <a:buChar char="–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540000" algn="l" defTabSz="914400" rtl="0" eaLnBrk="1" latinLnBrk="0" hangingPunct="1">
        <a:spcBef>
          <a:spcPts val="0"/>
        </a:spcBef>
        <a:buFont typeface="Arial" pitchFamily="34" charset="0"/>
        <a:buChar char="»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75656" y="1109156"/>
            <a:ext cx="65344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Московский финансово-юридический университет МФЮА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-599224" y="2912669"/>
            <a:ext cx="101166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4400" b="1" dirty="0">
                <a:latin typeface="Times New Roman" pitchFamily="18" charset="0"/>
                <a:cs typeface="Times New Roman" pitchFamily="18" charset="0"/>
              </a:rPr>
              <a:t>Доклад</a:t>
            </a:r>
            <a:endParaRPr lang="ru-RU" sz="4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11560" y="3629679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 тему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b="1" u="sng" dirty="0">
                <a:latin typeface="Times New Roman" pitchFamily="18" charset="0"/>
                <a:cs typeface="Times New Roman" pitchFamily="18" charset="0"/>
              </a:rPr>
              <a:t>тема презентации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&gt;</a:t>
            </a:r>
            <a:endParaRPr lang="ru-RU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6623720" y="4746959"/>
            <a:ext cx="25202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Студент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u="sng" dirty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ru-RU" u="sng">
                <a:latin typeface="Times New Roman" pitchFamily="18" charset="0"/>
                <a:cs typeface="Times New Roman" pitchFamily="18" charset="0"/>
              </a:rPr>
              <a:t>Фамилия Имя</a:t>
            </a:r>
            <a:r>
              <a:rPr lang="en-US" u="sng">
                <a:latin typeface="Times New Roman" pitchFamily="18" charset="0"/>
                <a:cs typeface="Times New Roman" pitchFamily="18" charset="0"/>
              </a:rPr>
              <a:t>&gt;</a:t>
            </a:r>
            <a:endParaRPr lang="ru-RU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735072" y="6084004"/>
            <a:ext cx="1448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Москва 2026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2F84312-8D2F-98B2-475C-94B2F24A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56176" y="6381328"/>
            <a:ext cx="2133600" cy="365125"/>
          </a:xfrm>
        </p:spPr>
        <p:txBody>
          <a:bodyPr/>
          <a:lstStyle/>
          <a:p>
            <a:fld id="{14A197FE-8BA4-4795-B65F-1878F90D2EE7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69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7A349-5C32-19CB-5DF6-366A78502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(если есть)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7A51CE-A844-5FB9-04AA-23D2C6678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Вставить план сюда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61E68C-2A30-A9B8-3EB3-4C1BA405E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F159B-DDDE-BBFB-FEF4-A5189E5B2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1. </a:t>
            </a:r>
            <a:r>
              <a:rPr lang="en-US" dirty="0"/>
              <a:t>&lt;</a:t>
            </a:r>
            <a:r>
              <a:rPr lang="ru-RU" dirty="0"/>
              <a:t>Название слайда</a:t>
            </a:r>
            <a:r>
              <a:rPr lang="en-US" dirty="0"/>
              <a:t>&gt;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19E167-8565-02A2-0361-A9F228CF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E0DA6-368A-E4C2-C4C1-C9DF20B10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7004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A7DEB3-7D63-79D4-F6DE-C6E2193D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ru-RU" sz="3600" dirty="0"/>
              <a:t>Конец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F4953A-E86B-83B3-61B2-53C1BAC6C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046338"/>
            <a:ext cx="8229600" cy="4525963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426623-EE53-7DD5-4634-D9E73D9E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197FE-8BA4-4795-B65F-1878F90D2EE7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011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1" id="{373EDC92-5DC7-4247-8E21-E0EC1D0B0D3B}" vid="{8A5FF9AE-8938-4CF1-8C94-A0F8E3B34B3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908</TotalTime>
  <Words>40</Words>
  <Application>Microsoft Office PowerPoint</Application>
  <PresentationFormat>Экран (4:3)</PresentationFormat>
  <Paragraphs>13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Arial</vt:lpstr>
      <vt:lpstr>Franklin Gothic Book</vt:lpstr>
      <vt:lpstr>Times New Roman</vt:lpstr>
      <vt:lpstr>Тема1</vt:lpstr>
      <vt:lpstr>Презентация PowerPoint</vt:lpstr>
      <vt:lpstr>План (если есть)</vt:lpstr>
      <vt:lpstr>1. &lt;Название слайда&gt;</vt:lpstr>
      <vt:lpstr>Конец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Ren Zekta</cp:lastModifiedBy>
  <cp:revision>84</cp:revision>
  <dcterms:created xsi:type="dcterms:W3CDTF">2018-09-04T14:40:17Z</dcterms:created>
  <dcterms:modified xsi:type="dcterms:W3CDTF">2026-10-29T17:11:24Z</dcterms:modified>
</cp:coreProperties>
</file>